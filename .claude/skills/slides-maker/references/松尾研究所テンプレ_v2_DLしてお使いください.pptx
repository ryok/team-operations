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8" r:id="rId3"/>
    <p:sldId id="265" r:id="rId4"/>
    <p:sldId id="269" r:id="rId5"/>
    <p:sldId id="258" r:id="rId6"/>
    <p:sldId id="264" r:id="rId7"/>
    <p:sldId id="267"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55"/>
    <p:restoredTop sz="93592"/>
  </p:normalViewPr>
  <p:slideViewPr>
    <p:cSldViewPr snapToGrid="0" snapToObjects="1">
      <p:cViewPr varScale="1">
        <p:scale>
          <a:sx n="115" d="100"/>
          <a:sy n="115" d="100"/>
        </p:scale>
        <p:origin x="816" y="2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2BF04-652D-6A40-9DC1-C51432A1BBAE}" type="datetimeFigureOut">
              <a:rPr lang="en-US" smtClean="0"/>
              <a:t>9/14/21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ECCEF-615F-D445-AB02-2E12E6F8F4E4}" type="slidenum">
              <a:rPr lang="en-US" smtClean="0"/>
              <a:t>‹#›</a:t>
            </a:fld>
            <a:endParaRPr lang="en-US"/>
          </a:p>
        </p:txBody>
      </p:sp>
    </p:spTree>
    <p:extLst>
      <p:ext uri="{BB962C8B-B14F-4D97-AF65-F5344CB8AC3E}">
        <p14:creationId xmlns:p14="http://schemas.microsoft.com/office/powerpoint/2010/main" val="34047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9835" y="3100352"/>
            <a:ext cx="10924591" cy="498598"/>
          </a:xfrm>
          <a:prstGeom prst="rect">
            <a:avLst/>
          </a:prstGeom>
        </p:spPr>
        <p:txBody>
          <a:bodyPr anchor="ctr"/>
          <a:lstStyle>
            <a:lvl1pPr algn="l">
              <a:defRPr sz="3600"/>
            </a:lvl1pPr>
          </a:lstStyle>
          <a:p>
            <a:r>
              <a:rPr lang="en-US" dirty="0"/>
              <a:t>Click to edit Master title style</a:t>
            </a:r>
          </a:p>
        </p:txBody>
      </p:sp>
      <p:sp>
        <p:nvSpPr>
          <p:cNvPr id="3" name="Subtitle 2"/>
          <p:cNvSpPr>
            <a:spLocks noGrp="1"/>
          </p:cNvSpPr>
          <p:nvPr>
            <p:ph type="subTitle" idx="1" hasCustomPrompt="1"/>
          </p:nvPr>
        </p:nvSpPr>
        <p:spPr>
          <a:xfrm>
            <a:off x="9728791" y="3781078"/>
            <a:ext cx="1815634" cy="280557"/>
          </a:xfrm>
          <a:prstGeom prst="rect">
            <a:avLst/>
          </a:prstGeom>
        </p:spPr>
        <p:txBody>
          <a:bodyPr anchor="ctr"/>
          <a:lstStyle>
            <a:lvl1pPr marL="0" indent="0" algn="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yyyy</a:t>
            </a:r>
            <a:r>
              <a:rPr lang="en-US" dirty="0"/>
              <a:t>/mm/dd</a:t>
            </a:r>
          </a:p>
        </p:txBody>
      </p:sp>
      <p:cxnSp>
        <p:nvCxnSpPr>
          <p:cNvPr id="7" name="Straight Connector 6">
            <a:extLst>
              <a:ext uri="{FF2B5EF4-FFF2-40B4-BE49-F238E27FC236}">
                <a16:creationId xmlns:a16="http://schemas.microsoft.com/office/drawing/2014/main" id="{0273A971-FCC4-A942-A378-7ED81E0C5A07}"/>
              </a:ext>
            </a:extLst>
          </p:cNvPr>
          <p:cNvCxnSpPr/>
          <p:nvPr userDrawn="1"/>
        </p:nvCxnSpPr>
        <p:spPr>
          <a:xfrm>
            <a:off x="619836" y="3622143"/>
            <a:ext cx="10924591" cy="0"/>
          </a:xfrm>
          <a:prstGeom prst="line">
            <a:avLst/>
          </a:prstGeom>
          <a:ln w="38100"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E85F7862-CB96-E948-A209-409BDC2999F6}"/>
              </a:ext>
            </a:extLst>
          </p:cNvPr>
          <p:cNvPicPr>
            <a:picLocks noChangeAspect="1"/>
          </p:cNvPicPr>
          <p:nvPr userDrawn="1"/>
        </p:nvPicPr>
        <p:blipFill>
          <a:blip r:embed="rId2"/>
          <a:stretch>
            <a:fillRect/>
          </a:stretch>
        </p:blipFill>
        <p:spPr>
          <a:xfrm>
            <a:off x="619835" y="3695103"/>
            <a:ext cx="2721796" cy="606025"/>
          </a:xfrm>
          <a:prstGeom prst="rect">
            <a:avLst/>
          </a:prstGeom>
        </p:spPr>
      </p:pic>
      <p:sp>
        <p:nvSpPr>
          <p:cNvPr id="17" name="Text Placeholder 16">
            <a:extLst>
              <a:ext uri="{FF2B5EF4-FFF2-40B4-BE49-F238E27FC236}">
                <a16:creationId xmlns:a16="http://schemas.microsoft.com/office/drawing/2014/main" id="{61042B36-6B6A-F14D-8482-9ABCB99351DD}"/>
              </a:ext>
            </a:extLst>
          </p:cNvPr>
          <p:cNvSpPr>
            <a:spLocks noGrp="1"/>
          </p:cNvSpPr>
          <p:nvPr>
            <p:ph type="body" sz="quarter" idx="10"/>
          </p:nvPr>
        </p:nvSpPr>
        <p:spPr>
          <a:xfrm>
            <a:off x="619835" y="4307747"/>
            <a:ext cx="2859087" cy="249299"/>
          </a:xfrm>
          <a:prstGeom prst="rect">
            <a:avLst/>
          </a:prstGeom>
        </p:spPr>
        <p:txBody>
          <a:bodyPr/>
          <a:lstStyle>
            <a:lvl1pPr marL="0" indent="0">
              <a:buNone/>
              <a:defRPr sz="1800"/>
            </a:lvl1pPr>
          </a:lstStyle>
          <a:p>
            <a:pPr lvl="0"/>
            <a:r>
              <a:rPr lang="en-US" dirty="0"/>
              <a:t>Click to edit Master</a:t>
            </a:r>
            <a:endParaRPr lang="en-JP" dirty="0"/>
          </a:p>
        </p:txBody>
      </p:sp>
      <p:sp>
        <p:nvSpPr>
          <p:cNvPr id="18" name="Text Placeholder 16">
            <a:extLst>
              <a:ext uri="{FF2B5EF4-FFF2-40B4-BE49-F238E27FC236}">
                <a16:creationId xmlns:a16="http://schemas.microsoft.com/office/drawing/2014/main" id="{DE97135A-8948-114C-BE18-45B073BF0C6A}"/>
              </a:ext>
            </a:extLst>
          </p:cNvPr>
          <p:cNvSpPr>
            <a:spLocks noGrp="1"/>
          </p:cNvSpPr>
          <p:nvPr>
            <p:ph type="body" sz="quarter" idx="11"/>
          </p:nvPr>
        </p:nvSpPr>
        <p:spPr>
          <a:xfrm>
            <a:off x="619833" y="251658"/>
            <a:ext cx="4143533" cy="332399"/>
          </a:xfrm>
          <a:prstGeom prst="rect">
            <a:avLst/>
          </a:prstGeom>
        </p:spPr>
        <p:txBody>
          <a:bodyPr/>
          <a:lstStyle>
            <a:lvl1pPr marL="0" indent="0" algn="l">
              <a:buNone/>
              <a:defRPr/>
            </a:lvl1pPr>
          </a:lstStyle>
          <a:p>
            <a:pPr lvl="0"/>
            <a:r>
              <a:rPr lang="en-US" dirty="0"/>
              <a:t>Click to edit Master</a:t>
            </a:r>
            <a:endParaRPr lang="en-JP" dirty="0"/>
          </a:p>
        </p:txBody>
      </p:sp>
      <p:sp>
        <p:nvSpPr>
          <p:cNvPr id="19" name="Text Placeholder 16">
            <a:extLst>
              <a:ext uri="{FF2B5EF4-FFF2-40B4-BE49-F238E27FC236}">
                <a16:creationId xmlns:a16="http://schemas.microsoft.com/office/drawing/2014/main" id="{CDD50A8D-FF21-F94C-8FF5-970D9C325CF4}"/>
              </a:ext>
            </a:extLst>
          </p:cNvPr>
          <p:cNvSpPr>
            <a:spLocks noGrp="1"/>
          </p:cNvSpPr>
          <p:nvPr>
            <p:ph type="body" sz="quarter" idx="12"/>
          </p:nvPr>
        </p:nvSpPr>
        <p:spPr>
          <a:xfrm>
            <a:off x="619835" y="4663695"/>
            <a:ext cx="2859087" cy="249299"/>
          </a:xfrm>
          <a:prstGeom prst="rect">
            <a:avLst/>
          </a:prstGeom>
        </p:spPr>
        <p:txBody>
          <a:bodyPr/>
          <a:lstStyle>
            <a:lvl1pPr marL="0" indent="0">
              <a:buNone/>
              <a:defRPr sz="1800"/>
            </a:lvl1pPr>
          </a:lstStyle>
          <a:p>
            <a:pPr lvl="0"/>
            <a:r>
              <a:rPr lang="en-US" dirty="0"/>
              <a:t>Click to edit Master</a:t>
            </a:r>
            <a:endParaRPr lang="en-JP" dirty="0"/>
          </a:p>
        </p:txBody>
      </p:sp>
      <p:sp>
        <p:nvSpPr>
          <p:cNvPr id="8" name="Text Placeholder 7">
            <a:extLst>
              <a:ext uri="{FF2B5EF4-FFF2-40B4-BE49-F238E27FC236}">
                <a16:creationId xmlns:a16="http://schemas.microsoft.com/office/drawing/2014/main" id="{86AF89D1-C57E-3444-B7FD-B1329F037BFA}"/>
              </a:ext>
            </a:extLst>
          </p:cNvPr>
          <p:cNvSpPr>
            <a:spLocks noGrp="1"/>
          </p:cNvSpPr>
          <p:nvPr>
            <p:ph type="body" sz="quarter" idx="13"/>
          </p:nvPr>
        </p:nvSpPr>
        <p:spPr>
          <a:xfrm>
            <a:off x="619833" y="2457847"/>
            <a:ext cx="5951089" cy="606025"/>
          </a:xfrm>
          <a:prstGeom prst="rect">
            <a:avLst/>
          </a:prstGeom>
        </p:spPr>
        <p:txBody>
          <a:bodyPr anchor="ctr"/>
          <a:lstStyle>
            <a:lvl1pPr marL="0" indent="0" algn="l">
              <a:buNone/>
              <a:defRPr sz="2800" b="1"/>
            </a:lvl1pPr>
          </a:lstStyle>
          <a:p>
            <a:pPr lvl="0"/>
            <a:r>
              <a:rPr lang="en-US" dirty="0"/>
              <a:t>Click to edit Master text styles</a:t>
            </a:r>
          </a:p>
        </p:txBody>
      </p:sp>
    </p:spTree>
    <p:extLst>
      <p:ext uri="{BB962C8B-B14F-4D97-AF65-F5344CB8AC3E}">
        <p14:creationId xmlns:p14="http://schemas.microsoft.com/office/powerpoint/2010/main" val="213330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9835" y="159493"/>
            <a:ext cx="10924591" cy="452316"/>
          </a:xfrm>
          <a:prstGeom prst="rect">
            <a:avLst/>
          </a:prstGeom>
        </p:spPr>
        <p:txBody>
          <a:bodyPr anchor="ctr">
            <a:normAutofit/>
          </a:bodyPr>
          <a:lstStyle>
            <a:lvl1pPr>
              <a:defRPr sz="2600" b="1" i="0">
                <a:latin typeface="Hiragino Kaku Gothic Pro W6" panose="020B0300000000000000" pitchFamily="34" charset="-128"/>
                <a:ea typeface="Hiragino Kaku Gothic Pro W6" panose="020B0300000000000000" pitchFamily="34" charset="-128"/>
                <a:cs typeface="Hiragino Kaku Gothic Pro W6" panose="020B0300000000000000" pitchFamily="34" charset="-128"/>
              </a:defRPr>
            </a:lvl1pPr>
          </a:lstStyle>
          <a:p>
            <a:endParaRPr lang="en-US" dirty="0"/>
          </a:p>
        </p:txBody>
      </p:sp>
      <p:sp>
        <p:nvSpPr>
          <p:cNvPr id="6" name="Slide Number Placeholder 5"/>
          <p:cNvSpPr>
            <a:spLocks noGrp="1"/>
          </p:cNvSpPr>
          <p:nvPr>
            <p:ph type="sldNum" sz="quarter" idx="12"/>
          </p:nvPr>
        </p:nvSpPr>
        <p:spPr>
          <a:xfrm>
            <a:off x="11625470" y="6655981"/>
            <a:ext cx="566530" cy="202019"/>
          </a:xfrm>
          <a:prstGeom prst="rect">
            <a:avLst/>
          </a:prstGeom>
        </p:spPr>
        <p:txBody>
          <a:bodyPr/>
          <a:lstStyle>
            <a:lvl1pPr>
              <a:defRPr sz="1200"/>
            </a:lvl1pPr>
          </a:lstStyle>
          <a:p>
            <a:fld id="{058787AB-E1A2-484A-B1EE-C464BE587430}" type="slidenum">
              <a:rPr lang="en-US" smtClean="0"/>
              <a:pPr/>
              <a:t>‹#›</a:t>
            </a:fld>
            <a:endParaRPr lang="en-US" dirty="0"/>
          </a:p>
        </p:txBody>
      </p:sp>
      <p:cxnSp>
        <p:nvCxnSpPr>
          <p:cNvPr id="8" name="Straight Connector 7"/>
          <p:cNvCxnSpPr/>
          <p:nvPr userDrawn="1"/>
        </p:nvCxnSpPr>
        <p:spPr>
          <a:xfrm>
            <a:off x="619836" y="611809"/>
            <a:ext cx="10924591" cy="0"/>
          </a:xfrm>
          <a:prstGeom prst="line">
            <a:avLst/>
          </a:prstGeom>
          <a:ln w="38100"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62428F5A-2299-DE4F-AB90-EFBD785053C7}"/>
              </a:ext>
            </a:extLst>
          </p:cNvPr>
          <p:cNvPicPr>
            <a:picLocks noChangeAspect="1"/>
          </p:cNvPicPr>
          <p:nvPr userDrawn="1"/>
        </p:nvPicPr>
        <p:blipFill>
          <a:blip r:embed="rId2"/>
          <a:stretch>
            <a:fillRect/>
          </a:stretch>
        </p:blipFill>
        <p:spPr>
          <a:xfrm>
            <a:off x="11582438" y="13329"/>
            <a:ext cx="570258" cy="600808"/>
          </a:xfrm>
          <a:prstGeom prst="rect">
            <a:avLst/>
          </a:prstGeom>
        </p:spPr>
      </p:pic>
      <p:sp>
        <p:nvSpPr>
          <p:cNvPr id="11" name="Content Placeholder 2">
            <a:extLst>
              <a:ext uri="{FF2B5EF4-FFF2-40B4-BE49-F238E27FC236}">
                <a16:creationId xmlns:a16="http://schemas.microsoft.com/office/drawing/2014/main" id="{64CF1B6F-60A0-2F4A-AFEA-908D525ECA43}"/>
              </a:ext>
            </a:extLst>
          </p:cNvPr>
          <p:cNvSpPr>
            <a:spLocks noGrp="1"/>
          </p:cNvSpPr>
          <p:nvPr>
            <p:ph idx="1"/>
          </p:nvPr>
        </p:nvSpPr>
        <p:spPr>
          <a:xfrm>
            <a:off x="619834" y="751737"/>
            <a:ext cx="10924591" cy="1189556"/>
          </a:xfrm>
          <a:prstGeom prst="rect">
            <a:avLst/>
          </a:prstGeom>
        </p:spPr>
        <p:txBody>
          <a:bodyPr/>
          <a:lstStyle>
            <a:lvl5pPr marL="1828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3028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9835" y="159493"/>
            <a:ext cx="10924591" cy="452316"/>
          </a:xfrm>
          <a:prstGeom prst="rect">
            <a:avLst/>
          </a:prstGeom>
        </p:spPr>
        <p:txBody>
          <a:bodyPr anchor="ctr">
            <a:normAutofit/>
          </a:bodyPr>
          <a:lstStyle>
            <a:lvl1pPr>
              <a:defRPr sz="2600" b="1" i="0">
                <a:latin typeface="Hiragino Kaku Gothic Pro W6" panose="020B0300000000000000" pitchFamily="34" charset="-128"/>
                <a:ea typeface="Hiragino Kaku Gothic Pro W6" panose="020B0300000000000000" pitchFamily="34" charset="-128"/>
                <a:cs typeface="Hiragino Kaku Gothic Pro W6" panose="020B0300000000000000" pitchFamily="34" charset="-128"/>
              </a:defRPr>
            </a:lvl1pPr>
          </a:lstStyle>
          <a:p>
            <a:endParaRPr lang="en-US" dirty="0"/>
          </a:p>
        </p:txBody>
      </p:sp>
      <p:sp>
        <p:nvSpPr>
          <p:cNvPr id="6" name="Slide Number Placeholder 5"/>
          <p:cNvSpPr>
            <a:spLocks noGrp="1"/>
          </p:cNvSpPr>
          <p:nvPr>
            <p:ph type="sldNum" sz="quarter" idx="12"/>
          </p:nvPr>
        </p:nvSpPr>
        <p:spPr>
          <a:xfrm>
            <a:off x="11625470" y="6655981"/>
            <a:ext cx="566530" cy="202019"/>
          </a:xfrm>
          <a:prstGeom prst="rect">
            <a:avLst/>
          </a:prstGeom>
        </p:spPr>
        <p:txBody>
          <a:bodyPr/>
          <a:lstStyle>
            <a:lvl1pPr>
              <a:defRPr sz="1200"/>
            </a:lvl1pPr>
          </a:lstStyle>
          <a:p>
            <a:fld id="{058787AB-E1A2-484A-B1EE-C464BE587430}" type="slidenum">
              <a:rPr lang="en-US" smtClean="0"/>
              <a:pPr/>
              <a:t>‹#›</a:t>
            </a:fld>
            <a:endParaRPr lang="en-US" dirty="0"/>
          </a:p>
        </p:txBody>
      </p:sp>
      <p:cxnSp>
        <p:nvCxnSpPr>
          <p:cNvPr id="8" name="Straight Connector 7"/>
          <p:cNvCxnSpPr/>
          <p:nvPr userDrawn="1"/>
        </p:nvCxnSpPr>
        <p:spPr>
          <a:xfrm>
            <a:off x="619836" y="611809"/>
            <a:ext cx="10924591" cy="0"/>
          </a:xfrm>
          <a:prstGeom prst="line">
            <a:avLst/>
          </a:prstGeom>
          <a:ln w="38100" cmpd="sng">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62428F5A-2299-DE4F-AB90-EFBD785053C7}"/>
              </a:ext>
            </a:extLst>
          </p:cNvPr>
          <p:cNvPicPr>
            <a:picLocks noChangeAspect="1"/>
          </p:cNvPicPr>
          <p:nvPr userDrawn="1"/>
        </p:nvPicPr>
        <p:blipFill>
          <a:blip r:embed="rId2"/>
          <a:stretch>
            <a:fillRect/>
          </a:stretch>
        </p:blipFill>
        <p:spPr>
          <a:xfrm>
            <a:off x="11582438" y="13329"/>
            <a:ext cx="570258" cy="600808"/>
          </a:xfrm>
          <a:prstGeom prst="rect">
            <a:avLst/>
          </a:prstGeom>
        </p:spPr>
      </p:pic>
    </p:spTree>
    <p:extLst>
      <p:ext uri="{BB962C8B-B14F-4D97-AF65-F5344CB8AC3E}">
        <p14:creationId xmlns:p14="http://schemas.microsoft.com/office/powerpoint/2010/main" val="925578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2ADFB12-5048-BA44-8555-11AF59339513}"/>
              </a:ext>
            </a:extLst>
          </p:cNvPr>
          <p:cNvCxnSpPr/>
          <p:nvPr userDrawn="1"/>
        </p:nvCxnSpPr>
        <p:spPr>
          <a:xfrm>
            <a:off x="619836" y="3622143"/>
            <a:ext cx="10924591" cy="0"/>
          </a:xfrm>
          <a:prstGeom prst="line">
            <a:avLst/>
          </a:prstGeom>
          <a:ln w="3810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AC65BB63-79A5-4546-94DC-5CCF4BA39E50}"/>
              </a:ext>
            </a:extLst>
          </p:cNvPr>
          <p:cNvSpPr>
            <a:spLocks noGrp="1"/>
          </p:cNvSpPr>
          <p:nvPr>
            <p:ph type="title"/>
          </p:nvPr>
        </p:nvSpPr>
        <p:spPr>
          <a:xfrm>
            <a:off x="619834" y="3169827"/>
            <a:ext cx="10924591" cy="452316"/>
          </a:xfrm>
          <a:prstGeom prst="rect">
            <a:avLst/>
          </a:prstGeom>
        </p:spPr>
        <p:txBody>
          <a:bodyPr anchor="ctr">
            <a:normAutofit/>
          </a:bodyPr>
          <a:lstStyle>
            <a:lvl1pPr algn="ctr">
              <a:defRPr sz="2800" b="1" i="0">
                <a:latin typeface="Hiragino Kaku Gothic Pro W6" panose="020B0300000000000000" pitchFamily="34" charset="-128"/>
                <a:ea typeface="Hiragino Kaku Gothic Pro W6" panose="020B0300000000000000" pitchFamily="34" charset="-128"/>
                <a:cs typeface="Hiragino Kaku Gothic Pro W6" panose="020B0300000000000000" pitchFamily="34" charset="-128"/>
              </a:defRPr>
            </a:lvl1pPr>
          </a:lstStyle>
          <a:p>
            <a:endParaRPr lang="en-US" dirty="0"/>
          </a:p>
        </p:txBody>
      </p:sp>
    </p:spTree>
    <p:extLst>
      <p:ext uri="{BB962C8B-B14F-4D97-AF65-F5344CB8AC3E}">
        <p14:creationId xmlns:p14="http://schemas.microsoft.com/office/powerpoint/2010/main" val="609252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4F071A-1205-5A42-8D77-AEEF1B24A01E}"/>
              </a:ext>
            </a:extLst>
          </p:cNvPr>
          <p:cNvSpPr>
            <a:spLocks noGrp="1"/>
          </p:cNvSpPr>
          <p:nvPr>
            <p:ph type="sldNum" sz="quarter" idx="11"/>
          </p:nvPr>
        </p:nvSpPr>
        <p:spPr/>
        <p:txBody>
          <a:bodyPr/>
          <a:lstStyle/>
          <a:p>
            <a:fld id="{058787AB-E1A2-484A-B1EE-C464BE587430}" type="slidenum">
              <a:rPr lang="en-US" smtClean="0"/>
              <a:pPr/>
              <a:t>‹#›</a:t>
            </a:fld>
            <a:endParaRPr lang="en-US" dirty="0"/>
          </a:p>
        </p:txBody>
      </p:sp>
    </p:spTree>
    <p:extLst>
      <p:ext uri="{BB962C8B-B14F-4D97-AF65-F5344CB8AC3E}">
        <p14:creationId xmlns:p14="http://schemas.microsoft.com/office/powerpoint/2010/main" val="3951525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FC57C2B8-5E77-A14A-A6E1-B13896FD94BB}"/>
              </a:ext>
            </a:extLst>
          </p:cNvPr>
          <p:cNvPicPr>
            <a:picLocks noChangeAspect="1"/>
          </p:cNvPicPr>
          <p:nvPr userDrawn="1"/>
        </p:nvPicPr>
        <p:blipFill>
          <a:blip r:embed="rId2"/>
          <a:stretch>
            <a:fillRect/>
          </a:stretch>
        </p:blipFill>
        <p:spPr>
          <a:xfrm>
            <a:off x="4411812" y="3111463"/>
            <a:ext cx="3234305" cy="720138"/>
          </a:xfrm>
          <a:prstGeom prst="rect">
            <a:avLst/>
          </a:prstGeom>
        </p:spPr>
      </p:pic>
    </p:spTree>
    <p:extLst>
      <p:ext uri="{BB962C8B-B14F-4D97-AF65-F5344CB8AC3E}">
        <p14:creationId xmlns:p14="http://schemas.microsoft.com/office/powerpoint/2010/main" val="2810961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BF5BBAE-0F3B-8B49-A4C1-925F1A4C066B}"/>
              </a:ext>
            </a:extLst>
          </p:cNvPr>
          <p:cNvSpPr>
            <a:spLocks noGrp="1"/>
          </p:cNvSpPr>
          <p:nvPr>
            <p:ph type="sldNum" sz="quarter" idx="4"/>
          </p:nvPr>
        </p:nvSpPr>
        <p:spPr>
          <a:xfrm>
            <a:off x="11625470" y="6655981"/>
            <a:ext cx="566530" cy="202019"/>
          </a:xfrm>
          <a:prstGeom prst="rect">
            <a:avLst/>
          </a:prstGeom>
        </p:spPr>
        <p:txBody>
          <a:bodyPr anchor="ctr"/>
          <a:lstStyle>
            <a:lvl1pPr algn="r">
              <a:defRPr sz="1200" b="0" i="0">
                <a:latin typeface="Hiragino Kaku Gothic Pro W3" panose="020B0300000000000000" pitchFamily="34" charset="-128"/>
                <a:ea typeface="Hiragino Kaku Gothic Pro W3" panose="020B0300000000000000" pitchFamily="34" charset="-128"/>
              </a:defRPr>
            </a:lvl1pPr>
          </a:lstStyle>
          <a:p>
            <a:fld id="{058787AB-E1A2-484A-B1EE-C464BE587430}" type="slidenum">
              <a:rPr lang="en-US" smtClean="0"/>
              <a:pPr/>
              <a:t>‹#›</a:t>
            </a:fld>
            <a:endParaRPr lang="en-US" dirty="0"/>
          </a:p>
        </p:txBody>
      </p:sp>
      <p:pic>
        <p:nvPicPr>
          <p:cNvPr id="11" name="Picture 10" descr="Logo&#10;&#10;Description automatically generated">
            <a:extLst>
              <a:ext uri="{FF2B5EF4-FFF2-40B4-BE49-F238E27FC236}">
                <a16:creationId xmlns:a16="http://schemas.microsoft.com/office/drawing/2014/main" id="{66B00DA8-58FC-D94B-990A-FBBCE6C05918}"/>
              </a:ext>
            </a:extLst>
          </p:cNvPr>
          <p:cNvPicPr>
            <a:picLocks noChangeAspect="1"/>
          </p:cNvPicPr>
          <p:nvPr userDrawn="1"/>
        </p:nvPicPr>
        <p:blipFill>
          <a:blip r:embed="rId8"/>
          <a:stretch>
            <a:fillRect/>
          </a:stretch>
        </p:blipFill>
        <p:spPr>
          <a:xfrm>
            <a:off x="11582438" y="13329"/>
            <a:ext cx="570258" cy="600808"/>
          </a:xfrm>
          <a:prstGeom prst="rect">
            <a:avLst/>
          </a:prstGeom>
        </p:spPr>
      </p:pic>
      <p:sp>
        <p:nvSpPr>
          <p:cNvPr id="6" name="Text Placeholder">
            <a:extLst>
              <a:ext uri="{FF2B5EF4-FFF2-40B4-BE49-F238E27FC236}">
                <a16:creationId xmlns:a16="http://schemas.microsoft.com/office/drawing/2014/main" id="{3BD2FCEF-D3DD-2F4B-8C2D-FE45E4030AA2}"/>
              </a:ext>
            </a:extLst>
          </p:cNvPr>
          <p:cNvSpPr>
            <a:spLocks noGrp="1"/>
          </p:cNvSpPr>
          <p:nvPr>
            <p:ph type="body" idx="1"/>
          </p:nvPr>
        </p:nvSpPr>
        <p:spPr>
          <a:xfrm>
            <a:off x="761452" y="781694"/>
            <a:ext cx="9613900" cy="1189556"/>
          </a:xfrm>
          <a:prstGeom prst="rect">
            <a:avLst/>
          </a:prstGeom>
        </p:spPr>
        <p:txBody>
          <a:bodyPr vert="horz" wrap="square" lIns="0" tIns="0" rIns="0" bIns="0" rtlCol="0">
            <a:spAutoFit/>
          </a:bodyPr>
          <a:lstStyle/>
          <a:p>
            <a:pPr lvl="0"/>
            <a:r>
              <a:rPr kumimoji="1" lang="ja-JP" altLang="en-US" dirty="0"/>
              <a:t>第</a:t>
            </a:r>
            <a:r>
              <a:rPr kumimoji="1" lang="en-US" altLang="ja-JP" dirty="0"/>
              <a:t>1</a:t>
            </a:r>
            <a:r>
              <a:rPr kumimoji="1" lang="ja-JP" altLang="en-US"/>
              <a:t>レベル </a:t>
            </a:r>
            <a:r>
              <a:rPr kumimoji="1" lang="en-US" altLang="ja-JP" dirty="0"/>
              <a:t>24pt</a:t>
            </a:r>
            <a:endParaRPr kumimoji="1" lang="ja-JP" altLang="en-US" dirty="0"/>
          </a:p>
          <a:p>
            <a:pPr lvl="1"/>
            <a:r>
              <a:rPr kumimoji="1" lang="ja-JP" altLang="en-US" dirty="0"/>
              <a:t>第</a:t>
            </a:r>
            <a:r>
              <a:rPr kumimoji="1" lang="en-US" altLang="ja-JP" dirty="0"/>
              <a:t>2</a:t>
            </a:r>
            <a:r>
              <a:rPr kumimoji="1" lang="ja-JP" altLang="en-US"/>
              <a:t>レベル </a:t>
            </a:r>
            <a:r>
              <a:rPr kumimoji="1" lang="en-US" altLang="ja-JP" dirty="0"/>
              <a:t>20pt</a:t>
            </a:r>
            <a:endParaRPr kumimoji="1" lang="ja-JP" altLang="en-US" dirty="0"/>
          </a:p>
          <a:p>
            <a:pPr lvl="2"/>
            <a:r>
              <a:rPr kumimoji="1" lang="ja-JP" altLang="en-US" dirty="0"/>
              <a:t>第</a:t>
            </a:r>
            <a:r>
              <a:rPr kumimoji="1" lang="en-US" altLang="ja-JP" dirty="0"/>
              <a:t>3</a:t>
            </a:r>
            <a:r>
              <a:rPr kumimoji="1" lang="ja-JP" altLang="en-US"/>
              <a:t>レベル </a:t>
            </a:r>
            <a:r>
              <a:rPr kumimoji="1" lang="en-US" altLang="ja-JP" dirty="0"/>
              <a:t>16pt</a:t>
            </a:r>
            <a:endParaRPr kumimoji="1" lang="ja-JP" altLang="en-US" dirty="0"/>
          </a:p>
          <a:p>
            <a:pPr lvl="3"/>
            <a:r>
              <a:rPr kumimoji="1" lang="ja-JP" altLang="en-US" dirty="0"/>
              <a:t>第</a:t>
            </a:r>
            <a:r>
              <a:rPr kumimoji="1" lang="en-US" altLang="ja-JP" dirty="0"/>
              <a:t>4</a:t>
            </a:r>
            <a:r>
              <a:rPr kumimoji="1" lang="ja-JP" altLang="en-US"/>
              <a:t>レベル </a:t>
            </a:r>
            <a:r>
              <a:rPr kumimoji="1" lang="en-US" altLang="ja-JP" dirty="0"/>
              <a:t>12pt</a:t>
            </a:r>
            <a:endParaRPr kumimoji="1" lang="ja-JP" altLang="en-US" dirty="0"/>
          </a:p>
        </p:txBody>
      </p:sp>
      <p:sp>
        <p:nvSpPr>
          <p:cNvPr id="9" name="Title Placeholder">
            <a:extLst>
              <a:ext uri="{FF2B5EF4-FFF2-40B4-BE49-F238E27FC236}">
                <a16:creationId xmlns:a16="http://schemas.microsoft.com/office/drawing/2014/main" id="{43728083-8583-9D42-BF21-6B232E031F4C}"/>
              </a:ext>
            </a:extLst>
          </p:cNvPr>
          <p:cNvSpPr>
            <a:spLocks noGrp="1"/>
          </p:cNvSpPr>
          <p:nvPr>
            <p:ph type="title"/>
          </p:nvPr>
        </p:nvSpPr>
        <p:spPr>
          <a:xfrm>
            <a:off x="763193" y="240725"/>
            <a:ext cx="10645541" cy="360099"/>
          </a:xfrm>
          <a:prstGeom prst="rect">
            <a:avLst/>
          </a:prstGeom>
        </p:spPr>
        <p:txBody>
          <a:bodyPr vert="horz" wrap="square" lIns="0" tIns="0" rIns="0" bIns="0" rtlCol="0" anchor="ctr">
            <a:spAutoFit/>
          </a:bodyPr>
          <a:lstStyle/>
          <a:p>
            <a:r>
              <a:rPr lang="ja-JP" altLang="en-US" dirty="0"/>
              <a:t>タイトルの書式設定</a:t>
            </a:r>
            <a:endParaRPr lang="en-US" dirty="0"/>
          </a:p>
        </p:txBody>
      </p:sp>
      <p:sp>
        <p:nvSpPr>
          <p:cNvPr id="7" name="Text Placeholder">
            <a:extLst>
              <a:ext uri="{FF2B5EF4-FFF2-40B4-BE49-F238E27FC236}">
                <a16:creationId xmlns:a16="http://schemas.microsoft.com/office/drawing/2014/main" id="{738D652C-C098-E548-83C3-5E6A1C88F947}"/>
              </a:ext>
            </a:extLst>
          </p:cNvPr>
          <p:cNvSpPr txBox="1">
            <a:spLocks/>
          </p:cNvSpPr>
          <p:nvPr userDrawn="1"/>
        </p:nvSpPr>
        <p:spPr>
          <a:xfrm>
            <a:off x="5153325" y="6709006"/>
            <a:ext cx="1865276" cy="110800"/>
          </a:xfrm>
          <a:prstGeom prst="rect">
            <a:avLst/>
          </a:prstGeom>
        </p:spPr>
        <p:txBody>
          <a:bodyPr vert="horz" wrap="square" lIns="0" tIns="0" rIns="0" bIns="0" rtlCol="0">
            <a:spAutoFit/>
          </a:bodyPr>
          <a:lst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3pPr>
            <a:lvl4pPr marL="1600200" indent="-228600" algn="l" defTabSz="914400" rtl="0" eaLnBrk="1" latinLnBrk="0" hangingPunct="1">
              <a:lnSpc>
                <a:spcPct val="90000"/>
              </a:lnSpc>
              <a:spcBef>
                <a:spcPts val="500"/>
              </a:spcBef>
              <a:buFont typeface="Arial"/>
              <a:buChar char="•"/>
              <a:defRPr sz="12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Hiragino Kaku Gothic Pro W3" charset="-128"/>
                <a:ea typeface="Hiragino Kaku Gothic Pro W3" charset="-128"/>
                <a:cs typeface="Hiragino Kaku Gothic Pro W3" charset="-128"/>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kumimoji="1" lang="en-JP" altLang="ja-JP" sz="800" dirty="0"/>
              <a:t>©︎MATSUO INSTITUTE, INC.</a:t>
            </a:r>
            <a:endParaRPr kumimoji="1" lang="ja-JP" altLang="en-US" sz="800" dirty="0"/>
          </a:p>
        </p:txBody>
      </p:sp>
    </p:spTree>
    <p:extLst>
      <p:ext uri="{BB962C8B-B14F-4D97-AF65-F5344CB8AC3E}">
        <p14:creationId xmlns:p14="http://schemas.microsoft.com/office/powerpoint/2010/main" val="2065580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3" r:id="rId5"/>
    <p:sldLayoutId id="2147483652" r:id="rId6"/>
  </p:sldLayoutIdLst>
  <p:hf hdr="0" ftr="0" dt="0"/>
  <p:txStyles>
    <p:titleStyle>
      <a:lvl1pPr algn="l" defTabSz="914400" rtl="0" eaLnBrk="1" latinLnBrk="0" hangingPunct="1">
        <a:lnSpc>
          <a:spcPct val="90000"/>
        </a:lnSpc>
        <a:spcBef>
          <a:spcPct val="0"/>
        </a:spcBef>
        <a:buNone/>
        <a:defRPr sz="2600" b="1"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1pPr>
    </p:titleStyle>
    <p:body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1pPr>
      <a:lvl2pPr marL="685800" indent="-228600" algn="l" defTabSz="914400" rtl="0" eaLnBrk="1" latinLnBrk="0" hangingPunct="1">
        <a:lnSpc>
          <a:spcPct val="90000"/>
        </a:lnSpc>
        <a:spcBef>
          <a:spcPts val="500"/>
        </a:spcBef>
        <a:buFont typeface="Arial"/>
        <a:buChar char="•"/>
        <a:defRPr sz="20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3pPr>
      <a:lvl4pPr marL="1600200" indent="-228600" algn="l" defTabSz="914400" rtl="0" eaLnBrk="1" latinLnBrk="0" hangingPunct="1">
        <a:lnSpc>
          <a:spcPct val="90000"/>
        </a:lnSpc>
        <a:spcBef>
          <a:spcPts val="500"/>
        </a:spcBef>
        <a:buFont typeface="Arial"/>
        <a:buChar char="•"/>
        <a:defRPr sz="1200" b="0" i="0" kern="1200">
          <a:solidFill>
            <a:schemeClr val="tx1"/>
          </a:solidFill>
          <a:latin typeface="Hiragino Kaku Gothic Pro W3" panose="020B0300000000000000" pitchFamily="34" charset="-128"/>
          <a:ea typeface="Hiragino Kaku Gothic Pro W3" panose="020B0300000000000000" pitchFamily="34" charset="-128"/>
          <a:cs typeface="Hiragino Kaku Gothic Pro W3" panose="020B0300000000000000" pitchFamily="34" charset="-128"/>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Hiragino Kaku Gothic Pro W3" charset="-128"/>
          <a:ea typeface="Hiragino Kaku Gothic Pro W3" charset="-128"/>
          <a:cs typeface="Hiragino Kaku Gothic Pro W3" charset="-128"/>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8BD7B-4D19-BB47-AFCD-5263BF09E716}"/>
              </a:ext>
            </a:extLst>
          </p:cNvPr>
          <p:cNvSpPr>
            <a:spLocks noGrp="1"/>
          </p:cNvSpPr>
          <p:nvPr>
            <p:ph type="ctrTitle"/>
          </p:nvPr>
        </p:nvSpPr>
        <p:spPr/>
        <p:txBody>
          <a:bodyPr/>
          <a:lstStyle/>
          <a:p>
            <a:endParaRPr lang="en-JP" dirty="0">
              <a:latin typeface="Hiragino Kaku Gothic Pro W6" panose="020B0300000000000000" pitchFamily="34" charset="-128"/>
              <a:ea typeface="Hiragino Kaku Gothic Pro W6" panose="020B0300000000000000" pitchFamily="34" charset="-128"/>
            </a:endParaRPr>
          </a:p>
        </p:txBody>
      </p:sp>
      <p:sp>
        <p:nvSpPr>
          <p:cNvPr id="3" name="Subtitle 2">
            <a:extLst>
              <a:ext uri="{FF2B5EF4-FFF2-40B4-BE49-F238E27FC236}">
                <a16:creationId xmlns:a16="http://schemas.microsoft.com/office/drawing/2014/main" id="{795BB233-4F6D-BB45-AB25-7D4BFB5F00FB}"/>
              </a:ext>
            </a:extLst>
          </p:cNvPr>
          <p:cNvSpPr>
            <a:spLocks noGrp="1"/>
          </p:cNvSpPr>
          <p:nvPr>
            <p:ph type="subTitle" idx="1"/>
          </p:nvPr>
        </p:nvSpPr>
        <p:spPr/>
        <p:txBody>
          <a:bodyPr/>
          <a:lstStyle/>
          <a:p>
            <a:endParaRPr lang="en-JP"/>
          </a:p>
        </p:txBody>
      </p:sp>
      <p:sp>
        <p:nvSpPr>
          <p:cNvPr id="4" name="Text Placeholder 3">
            <a:extLst>
              <a:ext uri="{FF2B5EF4-FFF2-40B4-BE49-F238E27FC236}">
                <a16:creationId xmlns:a16="http://schemas.microsoft.com/office/drawing/2014/main" id="{A2F41FCF-3BC9-7B43-96D6-D0EC7DCCB319}"/>
              </a:ext>
            </a:extLst>
          </p:cNvPr>
          <p:cNvSpPr>
            <a:spLocks noGrp="1"/>
          </p:cNvSpPr>
          <p:nvPr>
            <p:ph type="body" sz="quarter" idx="10"/>
          </p:nvPr>
        </p:nvSpPr>
        <p:spPr/>
        <p:txBody>
          <a:bodyPr/>
          <a:lstStyle/>
          <a:p>
            <a:r>
              <a:rPr lang="en-JP" dirty="0"/>
              <a:t>事業部</a:t>
            </a:r>
          </a:p>
        </p:txBody>
      </p:sp>
      <p:sp>
        <p:nvSpPr>
          <p:cNvPr id="5" name="Text Placeholder 4">
            <a:extLst>
              <a:ext uri="{FF2B5EF4-FFF2-40B4-BE49-F238E27FC236}">
                <a16:creationId xmlns:a16="http://schemas.microsoft.com/office/drawing/2014/main" id="{6BFF534D-98F7-4C45-AE04-AD57B23F71E1}"/>
              </a:ext>
            </a:extLst>
          </p:cNvPr>
          <p:cNvSpPr>
            <a:spLocks noGrp="1"/>
          </p:cNvSpPr>
          <p:nvPr>
            <p:ph type="body" sz="quarter" idx="11"/>
          </p:nvPr>
        </p:nvSpPr>
        <p:spPr>
          <a:xfrm>
            <a:off x="619833" y="251658"/>
            <a:ext cx="4143533" cy="332399"/>
          </a:xfrm>
        </p:spPr>
        <p:txBody>
          <a:bodyPr/>
          <a:lstStyle/>
          <a:p>
            <a:r>
              <a:rPr lang="en-JP" dirty="0"/>
              <a:t>○○</a:t>
            </a:r>
            <a:r>
              <a:rPr lang="ja-JP" altLang="en-US"/>
              <a:t> 御中</a:t>
            </a:r>
            <a:endParaRPr lang="en-JP" dirty="0"/>
          </a:p>
        </p:txBody>
      </p:sp>
      <p:sp>
        <p:nvSpPr>
          <p:cNvPr id="6" name="Text Placeholder 5">
            <a:extLst>
              <a:ext uri="{FF2B5EF4-FFF2-40B4-BE49-F238E27FC236}">
                <a16:creationId xmlns:a16="http://schemas.microsoft.com/office/drawing/2014/main" id="{335CC6A5-7203-B741-8721-5A6651FAA271}"/>
              </a:ext>
            </a:extLst>
          </p:cNvPr>
          <p:cNvSpPr>
            <a:spLocks noGrp="1"/>
          </p:cNvSpPr>
          <p:nvPr>
            <p:ph type="body" sz="quarter" idx="12"/>
          </p:nvPr>
        </p:nvSpPr>
        <p:spPr/>
        <p:txBody>
          <a:bodyPr/>
          <a:lstStyle/>
          <a:p>
            <a:r>
              <a:rPr lang="en-JP" dirty="0"/>
              <a:t>氏名</a:t>
            </a:r>
          </a:p>
        </p:txBody>
      </p:sp>
      <p:sp>
        <p:nvSpPr>
          <p:cNvPr id="9" name="Rectangle 8">
            <a:extLst>
              <a:ext uri="{FF2B5EF4-FFF2-40B4-BE49-F238E27FC236}">
                <a16:creationId xmlns:a16="http://schemas.microsoft.com/office/drawing/2014/main" id="{A18EA18E-D0AD-294F-8D61-9BD306A6BE36}"/>
              </a:ext>
            </a:extLst>
          </p:cNvPr>
          <p:cNvSpPr/>
          <p:nvPr/>
        </p:nvSpPr>
        <p:spPr>
          <a:xfrm>
            <a:off x="2527140" y="124690"/>
            <a:ext cx="7447721" cy="330430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JP" sz="1400" b="1" dirty="0">
                <a:solidFill>
                  <a:schemeClr val="tx1"/>
                </a:solidFill>
                <a:latin typeface="Hiragino Kaku Gothic Pro W3" panose="020B0300000000000000" pitchFamily="34" charset="-128"/>
                <a:ea typeface="Hiragino Kaku Gothic Pro W3" panose="020B0300000000000000" pitchFamily="34" charset="-128"/>
              </a:rPr>
              <a:t>【2021/9/8】v2試行（武田）</a:t>
            </a:r>
          </a:p>
          <a:p>
            <a:pPr marL="285750" indent="-2857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本テンプレは、基本DLしてお使いください。</a:t>
            </a:r>
          </a:p>
          <a:p>
            <a:pPr marL="285750" indent="-2857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Drive上で作業→DLだとフォントがArialで統一されてしまうのでご注意ください。作成から投影まで全てD</a:t>
            </a:r>
            <a:r>
              <a:rPr lang="en-US" sz="1400" dirty="0">
                <a:solidFill>
                  <a:schemeClr val="tx1"/>
                </a:solidFill>
                <a:latin typeface="Hiragino Kaku Gothic Pro W3" panose="020B0300000000000000" pitchFamily="34" charset="-128"/>
                <a:ea typeface="Hiragino Kaku Gothic Pro W3" panose="020B0300000000000000" pitchFamily="34" charset="-128"/>
              </a:rPr>
              <a:t>rive</a:t>
            </a:r>
            <a:r>
              <a:rPr lang="ja-JP" altLang="en-US" sz="1400">
                <a:solidFill>
                  <a:schemeClr val="tx1"/>
                </a:solidFill>
                <a:latin typeface="Hiragino Kaku Gothic Pro W3" panose="020B0300000000000000" pitchFamily="34" charset="-128"/>
                <a:ea typeface="Hiragino Kaku Gothic Pro W3" panose="020B0300000000000000" pitchFamily="34" charset="-128"/>
              </a:rPr>
              <a:t>上で行う場合は、フォントのずれなど気にせず</a:t>
            </a:r>
            <a:r>
              <a:rPr lang="en-US" altLang="ja-JP" sz="1400" dirty="0">
                <a:solidFill>
                  <a:schemeClr val="tx1"/>
                </a:solidFill>
                <a:latin typeface="Hiragino Kaku Gothic Pro W3" panose="020B0300000000000000" pitchFamily="34" charset="-128"/>
                <a:ea typeface="Hiragino Kaku Gothic Pro W3" panose="020B0300000000000000" pitchFamily="34" charset="-128"/>
              </a:rPr>
              <a:t>OK</a:t>
            </a:r>
            <a:r>
              <a:rPr lang="ja-JP" altLang="en-US" sz="1400">
                <a:solidFill>
                  <a:schemeClr val="tx1"/>
                </a:solidFill>
                <a:latin typeface="Hiragino Kaku Gothic Pro W3" panose="020B0300000000000000" pitchFamily="34" charset="-128"/>
                <a:ea typeface="Hiragino Kaku Gothic Pro W3" panose="020B0300000000000000" pitchFamily="34" charset="-128"/>
              </a:rPr>
              <a:t>です。</a:t>
            </a:r>
            <a:endParaRPr lang="en-JP" sz="1400" dirty="0">
              <a:solidFill>
                <a:schemeClr val="tx1"/>
              </a:solidFill>
              <a:latin typeface="Hiragino Kaku Gothic Pro W3" panose="020B0300000000000000" pitchFamily="34" charset="-128"/>
              <a:ea typeface="Hiragino Kaku Gothic Pro W3" panose="020B0300000000000000" pitchFamily="34" charset="-128"/>
            </a:endParaRPr>
          </a:p>
          <a:p>
            <a:pPr marL="285750" indent="-2857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図やテキストボックスの雛形も用意していますが、雛形以外の素材はフォントずれを起こす可能性があるのでご注意ください。フォントがズレた場合、最後に全選択でフォントを修正いただければ幸いです。</a:t>
            </a:r>
          </a:p>
          <a:p>
            <a:pPr marL="285750" indent="-2857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使いにくい点など、何かございましたら武田までご連絡ください。</a:t>
            </a:r>
          </a:p>
          <a:p>
            <a:pPr marL="285750" indent="-2857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可能な限り、写真等は出所を明記ください。</a:t>
            </a:r>
          </a:p>
          <a:p>
            <a:endParaRPr lang="en-JP" sz="1400" dirty="0">
              <a:solidFill>
                <a:schemeClr val="tx1"/>
              </a:solidFill>
              <a:latin typeface="Hiragino Kaku Gothic Pro W3" panose="020B0300000000000000" pitchFamily="34" charset="-128"/>
              <a:ea typeface="Hiragino Kaku Gothic Pro W3" panose="020B0300000000000000" pitchFamily="34" charset="-128"/>
            </a:endParaRPr>
          </a:p>
          <a:p>
            <a:r>
              <a:rPr lang="en-JP" sz="1400" b="1" dirty="0">
                <a:solidFill>
                  <a:schemeClr val="tx1"/>
                </a:solidFill>
                <a:latin typeface="Hiragino Kaku Gothic Pro W3" panose="020B0300000000000000" pitchFamily="34" charset="-128"/>
                <a:ea typeface="Hiragino Kaku Gothic Pro W3" panose="020B0300000000000000" pitchFamily="34" charset="-128"/>
              </a:rPr>
              <a:t>&lt;Macユーザーの方&gt;</a:t>
            </a:r>
          </a:p>
          <a:p>
            <a:r>
              <a:rPr lang="en-JP" sz="1400" dirty="0">
                <a:solidFill>
                  <a:schemeClr val="tx1"/>
                </a:solidFill>
                <a:latin typeface="Hiragino Kaku Gothic Pro W3" panose="020B0300000000000000" pitchFamily="34" charset="-128"/>
                <a:ea typeface="Hiragino Kaku Gothic Pro W3" panose="020B0300000000000000" pitchFamily="34" charset="-128"/>
              </a:rPr>
              <a:t>・「ヒラギノ角ゴシック</a:t>
            </a:r>
            <a:r>
              <a:rPr lang="en-US" sz="1400" dirty="0">
                <a:solidFill>
                  <a:schemeClr val="tx1"/>
                </a:solidFill>
                <a:latin typeface="Hiragino Kaku Gothic Pro W3" panose="020B0300000000000000" pitchFamily="34" charset="-128"/>
                <a:ea typeface="Hiragino Kaku Gothic Pro W3" panose="020B0300000000000000" pitchFamily="34" charset="-128"/>
              </a:rPr>
              <a:t> W3</a:t>
            </a:r>
            <a:r>
              <a:rPr lang="en-JP" sz="1400" dirty="0">
                <a:solidFill>
                  <a:schemeClr val="tx1"/>
                </a:solidFill>
                <a:latin typeface="Hiragino Kaku Gothic Pro W3" panose="020B0300000000000000" pitchFamily="34" charset="-128"/>
                <a:ea typeface="Hiragino Kaku Gothic Pro W3" panose="020B0300000000000000" pitchFamily="34" charset="-128"/>
              </a:rPr>
              <a:t>」をお使いください。部分的にW6の使用はOKです。</a:t>
            </a:r>
          </a:p>
          <a:p>
            <a:endParaRPr lang="en-JP" sz="1400" dirty="0">
              <a:solidFill>
                <a:schemeClr val="tx1"/>
              </a:solidFill>
              <a:latin typeface="Hiragino Kaku Gothic Pro W3" panose="020B0300000000000000" pitchFamily="34" charset="-128"/>
              <a:ea typeface="Hiragino Kaku Gothic Pro W3" panose="020B0300000000000000" pitchFamily="34" charset="-128"/>
            </a:endParaRPr>
          </a:p>
          <a:p>
            <a:r>
              <a:rPr lang="en-JP" sz="1400" b="1" dirty="0">
                <a:solidFill>
                  <a:schemeClr val="tx1"/>
                </a:solidFill>
                <a:latin typeface="Hiragino Kaku Gothic Pro W3" panose="020B0300000000000000" pitchFamily="34" charset="-128"/>
                <a:ea typeface="Hiragino Kaku Gothic Pro W3" panose="020B0300000000000000" pitchFamily="34" charset="-128"/>
              </a:rPr>
              <a:t>&lt;Winユーザーの方&gt;</a:t>
            </a:r>
          </a:p>
          <a:p>
            <a:r>
              <a:rPr lang="en-JP" sz="1400" dirty="0">
                <a:solidFill>
                  <a:schemeClr val="tx1"/>
                </a:solidFill>
                <a:latin typeface="Hiragino Kaku Gothic Pro W3" panose="020B0300000000000000" pitchFamily="34" charset="-128"/>
                <a:ea typeface="Hiragino Kaku Gothic Pro W3" panose="020B0300000000000000" pitchFamily="34" charset="-128"/>
              </a:rPr>
              <a:t>・「Meiryo UI」または「Segoe UI」をお使いください。</a:t>
            </a:r>
          </a:p>
        </p:txBody>
      </p:sp>
      <p:sp>
        <p:nvSpPr>
          <p:cNvPr id="8" name="Rectangle 7">
            <a:extLst>
              <a:ext uri="{FF2B5EF4-FFF2-40B4-BE49-F238E27FC236}">
                <a16:creationId xmlns:a16="http://schemas.microsoft.com/office/drawing/2014/main" id="{9F9A365B-C4B1-B94C-8457-749F7A06C3DB}"/>
              </a:ext>
            </a:extLst>
          </p:cNvPr>
          <p:cNvSpPr/>
          <p:nvPr/>
        </p:nvSpPr>
        <p:spPr>
          <a:xfrm>
            <a:off x="9688689" y="5675971"/>
            <a:ext cx="1855736" cy="713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200" dirty="0">
                <a:solidFill>
                  <a:schemeClr val="tx1"/>
                </a:solidFill>
                <a:latin typeface="Hiragino Kaku Gothic Pro W3" panose="020B0300000000000000" pitchFamily="34" charset="-128"/>
                <a:ea typeface="Hiragino Kaku Gothic Pro W3" panose="020B0300000000000000" pitchFamily="34" charset="-128"/>
              </a:rPr>
              <a:t>許諾なく撮影や第三者への開示を禁止します</a:t>
            </a:r>
          </a:p>
        </p:txBody>
      </p:sp>
    </p:spTree>
    <p:extLst>
      <p:ext uri="{BB962C8B-B14F-4D97-AF65-F5344CB8AC3E}">
        <p14:creationId xmlns:p14="http://schemas.microsoft.com/office/powerpoint/2010/main" val="2044458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8616-0067-4647-956F-709B7B142166}"/>
              </a:ext>
            </a:extLst>
          </p:cNvPr>
          <p:cNvSpPr>
            <a:spLocks noGrp="1"/>
          </p:cNvSpPr>
          <p:nvPr>
            <p:ph type="title"/>
          </p:nvPr>
        </p:nvSpPr>
        <p:spPr/>
        <p:txBody>
          <a:bodyPr/>
          <a:lstStyle/>
          <a:p>
            <a:r>
              <a:rPr lang="en-JP" dirty="0"/>
              <a:t>素材集</a:t>
            </a:r>
            <a:r>
              <a:rPr lang="ja-JP" altLang="en-US"/>
              <a:t>　</a:t>
            </a:r>
            <a:r>
              <a:rPr lang="en-JP" dirty="0"/>
              <a:t>※色やフォントの大きさは適当に変えてください</a:t>
            </a:r>
          </a:p>
        </p:txBody>
      </p:sp>
      <p:sp>
        <p:nvSpPr>
          <p:cNvPr id="3" name="Slide Number Placeholder 2">
            <a:extLst>
              <a:ext uri="{FF2B5EF4-FFF2-40B4-BE49-F238E27FC236}">
                <a16:creationId xmlns:a16="http://schemas.microsoft.com/office/drawing/2014/main" id="{F2F42F26-4924-9B41-8E1D-21DE4071DFC1}"/>
              </a:ext>
            </a:extLst>
          </p:cNvPr>
          <p:cNvSpPr>
            <a:spLocks noGrp="1"/>
          </p:cNvSpPr>
          <p:nvPr>
            <p:ph type="sldNum" sz="quarter" idx="12"/>
          </p:nvPr>
        </p:nvSpPr>
        <p:spPr/>
        <p:txBody>
          <a:bodyPr/>
          <a:lstStyle/>
          <a:p>
            <a:fld id="{058787AB-E1A2-484A-B1EE-C464BE587430}" type="slidenum">
              <a:rPr lang="en-US" smtClean="0"/>
              <a:pPr/>
              <a:t>2</a:t>
            </a:fld>
            <a:endParaRPr lang="en-US" dirty="0"/>
          </a:p>
        </p:txBody>
      </p:sp>
      <p:sp>
        <p:nvSpPr>
          <p:cNvPr id="7" name="Rectangle 6">
            <a:extLst>
              <a:ext uri="{FF2B5EF4-FFF2-40B4-BE49-F238E27FC236}">
                <a16:creationId xmlns:a16="http://schemas.microsoft.com/office/drawing/2014/main" id="{1F2ADC98-8B05-DA4B-9B41-F042AD999572}"/>
              </a:ext>
            </a:extLst>
          </p:cNvPr>
          <p:cNvSpPr/>
          <p:nvPr/>
        </p:nvSpPr>
        <p:spPr>
          <a:xfrm>
            <a:off x="191569" y="4253184"/>
            <a:ext cx="3060915" cy="75865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5" name="Rectangle 4">
            <a:extLst>
              <a:ext uri="{FF2B5EF4-FFF2-40B4-BE49-F238E27FC236}">
                <a16:creationId xmlns:a16="http://schemas.microsoft.com/office/drawing/2014/main" id="{7DD3EB39-EB44-D74D-81EE-80FC93BDDFAB}"/>
              </a:ext>
            </a:extLst>
          </p:cNvPr>
          <p:cNvSpPr/>
          <p:nvPr/>
        </p:nvSpPr>
        <p:spPr>
          <a:xfrm>
            <a:off x="191571" y="3949286"/>
            <a:ext cx="3060914" cy="303898"/>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8" name="Rectangle 7">
            <a:extLst>
              <a:ext uri="{FF2B5EF4-FFF2-40B4-BE49-F238E27FC236}">
                <a16:creationId xmlns:a16="http://schemas.microsoft.com/office/drawing/2014/main" id="{2DAA7775-124C-AC47-96D1-26AC78780923}"/>
              </a:ext>
            </a:extLst>
          </p:cNvPr>
          <p:cNvSpPr/>
          <p:nvPr/>
        </p:nvSpPr>
        <p:spPr>
          <a:xfrm>
            <a:off x="191569" y="5686941"/>
            <a:ext cx="3060915" cy="75865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9" name="Rectangle 8">
            <a:extLst>
              <a:ext uri="{FF2B5EF4-FFF2-40B4-BE49-F238E27FC236}">
                <a16:creationId xmlns:a16="http://schemas.microsoft.com/office/drawing/2014/main" id="{2FE939B7-A5BA-8B4E-9BF0-E79C65D223F0}"/>
              </a:ext>
            </a:extLst>
          </p:cNvPr>
          <p:cNvSpPr/>
          <p:nvPr/>
        </p:nvSpPr>
        <p:spPr>
          <a:xfrm>
            <a:off x="191571" y="5383043"/>
            <a:ext cx="3060914" cy="303898"/>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bg1"/>
                </a:solidFill>
                <a:latin typeface="Hiragino Kaku Gothic Pro W3" panose="020B0300000000000000" pitchFamily="34" charset="-128"/>
                <a:ea typeface="Hiragino Kaku Gothic Pro W3" panose="020B0300000000000000" pitchFamily="34" charset="-128"/>
              </a:rPr>
              <a:t>あああ</a:t>
            </a:r>
          </a:p>
        </p:txBody>
      </p:sp>
      <p:sp>
        <p:nvSpPr>
          <p:cNvPr id="10" name="Rectangle 9">
            <a:extLst>
              <a:ext uri="{FF2B5EF4-FFF2-40B4-BE49-F238E27FC236}">
                <a16:creationId xmlns:a16="http://schemas.microsoft.com/office/drawing/2014/main" id="{BD38DBEF-5A85-5C40-BDC3-7AE1112A56C3}"/>
              </a:ext>
            </a:extLst>
          </p:cNvPr>
          <p:cNvSpPr/>
          <p:nvPr/>
        </p:nvSpPr>
        <p:spPr>
          <a:xfrm>
            <a:off x="3422835" y="5686941"/>
            <a:ext cx="3060915" cy="758654"/>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11" name="Rectangle 10">
            <a:extLst>
              <a:ext uri="{FF2B5EF4-FFF2-40B4-BE49-F238E27FC236}">
                <a16:creationId xmlns:a16="http://schemas.microsoft.com/office/drawing/2014/main" id="{7B80C95F-04B9-0A49-AF49-4E00BC816FEF}"/>
              </a:ext>
            </a:extLst>
          </p:cNvPr>
          <p:cNvSpPr/>
          <p:nvPr/>
        </p:nvSpPr>
        <p:spPr>
          <a:xfrm>
            <a:off x="3422837" y="5383043"/>
            <a:ext cx="3060914" cy="30389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bg1"/>
                </a:solidFill>
                <a:latin typeface="Hiragino Kaku Gothic Pro W3" panose="020B0300000000000000" pitchFamily="34" charset="-128"/>
                <a:ea typeface="Hiragino Kaku Gothic Pro W3" panose="020B0300000000000000" pitchFamily="34" charset="-128"/>
              </a:rPr>
              <a:t>あああ</a:t>
            </a:r>
          </a:p>
        </p:txBody>
      </p:sp>
      <p:sp>
        <p:nvSpPr>
          <p:cNvPr id="12" name="Rectangle 11">
            <a:extLst>
              <a:ext uri="{FF2B5EF4-FFF2-40B4-BE49-F238E27FC236}">
                <a16:creationId xmlns:a16="http://schemas.microsoft.com/office/drawing/2014/main" id="{1656E345-27BA-FA4E-80AA-487185932718}"/>
              </a:ext>
            </a:extLst>
          </p:cNvPr>
          <p:cNvSpPr/>
          <p:nvPr/>
        </p:nvSpPr>
        <p:spPr>
          <a:xfrm>
            <a:off x="3422835" y="4253184"/>
            <a:ext cx="3060915" cy="75865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a:p>
            <a:pPr marL="171450" indent="-171450">
              <a:buFont typeface="Arial" panose="020B0604020202020204" pitchFamily="34" charset="0"/>
              <a:buChar char="•"/>
            </a:pPr>
            <a:r>
              <a:rPr lang="en-JP" sz="1400"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13" name="Rectangle 12">
            <a:extLst>
              <a:ext uri="{FF2B5EF4-FFF2-40B4-BE49-F238E27FC236}">
                <a16:creationId xmlns:a16="http://schemas.microsoft.com/office/drawing/2014/main" id="{B8CB409C-7C72-5E49-8A0C-D5823243A604}"/>
              </a:ext>
            </a:extLst>
          </p:cNvPr>
          <p:cNvSpPr/>
          <p:nvPr/>
        </p:nvSpPr>
        <p:spPr>
          <a:xfrm>
            <a:off x="3422837" y="3949286"/>
            <a:ext cx="3060914" cy="30389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cxnSp>
        <p:nvCxnSpPr>
          <p:cNvPr id="14" name="Elbow Connector 13">
            <a:extLst>
              <a:ext uri="{FF2B5EF4-FFF2-40B4-BE49-F238E27FC236}">
                <a16:creationId xmlns:a16="http://schemas.microsoft.com/office/drawing/2014/main" id="{010A68F8-52B2-D04D-9409-7ADFE7B340F3}"/>
              </a:ext>
            </a:extLst>
          </p:cNvPr>
          <p:cNvCxnSpPr>
            <a:cxnSpLocks/>
          </p:cNvCxnSpPr>
          <p:nvPr/>
        </p:nvCxnSpPr>
        <p:spPr>
          <a:xfrm>
            <a:off x="191569" y="2527739"/>
            <a:ext cx="3060915" cy="48950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8506E87-0CDD-4744-9F35-85E37B5FA41A}"/>
              </a:ext>
            </a:extLst>
          </p:cNvPr>
          <p:cNvSpPr/>
          <p:nvPr/>
        </p:nvSpPr>
        <p:spPr>
          <a:xfrm>
            <a:off x="6748492" y="4564318"/>
            <a:ext cx="2791333" cy="188127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dirty="0">
              <a:latin typeface="Hiragino Kaku Gothic Pro W3" panose="020B0300000000000000" pitchFamily="34" charset="-128"/>
              <a:ea typeface="Hiragino Kaku Gothic Pro W3" panose="020B0300000000000000" pitchFamily="34" charset="-128"/>
            </a:endParaRPr>
          </a:p>
        </p:txBody>
      </p:sp>
      <p:cxnSp>
        <p:nvCxnSpPr>
          <p:cNvPr id="21" name="Straight Arrow Connector 20">
            <a:extLst>
              <a:ext uri="{FF2B5EF4-FFF2-40B4-BE49-F238E27FC236}">
                <a16:creationId xmlns:a16="http://schemas.microsoft.com/office/drawing/2014/main" id="{01306F41-30CF-6649-9404-40867C8E0D7E}"/>
              </a:ext>
            </a:extLst>
          </p:cNvPr>
          <p:cNvCxnSpPr>
            <a:cxnSpLocks/>
          </p:cNvCxnSpPr>
          <p:nvPr/>
        </p:nvCxnSpPr>
        <p:spPr>
          <a:xfrm>
            <a:off x="191569" y="3429000"/>
            <a:ext cx="30609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AA024EF-A6D5-F84B-BC1D-799CA95AA424}"/>
              </a:ext>
            </a:extLst>
          </p:cNvPr>
          <p:cNvCxnSpPr/>
          <p:nvPr/>
        </p:nvCxnSpPr>
        <p:spPr>
          <a:xfrm>
            <a:off x="3831219" y="915706"/>
            <a:ext cx="0" cy="2513293"/>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2C319821-8567-4948-A6A0-EBC46E5D46C3}"/>
              </a:ext>
            </a:extLst>
          </p:cNvPr>
          <p:cNvCxnSpPr/>
          <p:nvPr/>
        </p:nvCxnSpPr>
        <p:spPr>
          <a:xfrm>
            <a:off x="4282633" y="915707"/>
            <a:ext cx="0" cy="251329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Left Brace 29">
            <a:extLst>
              <a:ext uri="{FF2B5EF4-FFF2-40B4-BE49-F238E27FC236}">
                <a16:creationId xmlns:a16="http://schemas.microsoft.com/office/drawing/2014/main" id="{E7092835-5BF3-2046-B50C-4101F7E7EE56}"/>
              </a:ext>
            </a:extLst>
          </p:cNvPr>
          <p:cNvSpPr/>
          <p:nvPr/>
        </p:nvSpPr>
        <p:spPr>
          <a:xfrm rot="10800000">
            <a:off x="4684518" y="896257"/>
            <a:ext cx="358816" cy="2614571"/>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JP"/>
          </a:p>
        </p:txBody>
      </p:sp>
      <p:sp>
        <p:nvSpPr>
          <p:cNvPr id="31" name="Oval 30">
            <a:extLst>
              <a:ext uri="{FF2B5EF4-FFF2-40B4-BE49-F238E27FC236}">
                <a16:creationId xmlns:a16="http://schemas.microsoft.com/office/drawing/2014/main" id="{228EE9CE-CF91-7A43-BFFA-9B6A4AFAA780}"/>
              </a:ext>
            </a:extLst>
          </p:cNvPr>
          <p:cNvSpPr/>
          <p:nvPr/>
        </p:nvSpPr>
        <p:spPr>
          <a:xfrm>
            <a:off x="449481" y="919434"/>
            <a:ext cx="1088020" cy="108802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a:t>
            </a:r>
          </a:p>
        </p:txBody>
      </p:sp>
      <p:sp>
        <p:nvSpPr>
          <p:cNvPr id="33" name="Rectangle 32">
            <a:extLst>
              <a:ext uri="{FF2B5EF4-FFF2-40B4-BE49-F238E27FC236}">
                <a16:creationId xmlns:a16="http://schemas.microsoft.com/office/drawing/2014/main" id="{D23A6DFC-545A-484A-9583-8D0322C101B6}"/>
              </a:ext>
            </a:extLst>
          </p:cNvPr>
          <p:cNvSpPr/>
          <p:nvPr/>
        </p:nvSpPr>
        <p:spPr>
          <a:xfrm>
            <a:off x="7209682" y="3915160"/>
            <a:ext cx="2330144" cy="4611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cxnSp>
        <p:nvCxnSpPr>
          <p:cNvPr id="34" name="Straight Connector 33">
            <a:extLst>
              <a:ext uri="{FF2B5EF4-FFF2-40B4-BE49-F238E27FC236}">
                <a16:creationId xmlns:a16="http://schemas.microsoft.com/office/drawing/2014/main" id="{C546E7FD-CDB4-0541-BC78-4B6D7538703B}"/>
              </a:ext>
            </a:extLst>
          </p:cNvPr>
          <p:cNvCxnSpPr>
            <a:cxnSpLocks/>
          </p:cNvCxnSpPr>
          <p:nvPr/>
        </p:nvCxnSpPr>
        <p:spPr>
          <a:xfrm flipH="1">
            <a:off x="6748493" y="4382479"/>
            <a:ext cx="2791333"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37" name="Rounded Rectangle 36">
            <a:extLst>
              <a:ext uri="{FF2B5EF4-FFF2-40B4-BE49-F238E27FC236}">
                <a16:creationId xmlns:a16="http://schemas.microsoft.com/office/drawing/2014/main" id="{D7DE4958-2B6A-324E-8B71-A202239973AE}"/>
              </a:ext>
            </a:extLst>
          </p:cNvPr>
          <p:cNvSpPr/>
          <p:nvPr/>
        </p:nvSpPr>
        <p:spPr>
          <a:xfrm>
            <a:off x="5804034" y="915707"/>
            <a:ext cx="2356113" cy="120376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latin typeface="Hiragino Kaku Gothic Pro W3" panose="020B0300000000000000" pitchFamily="34" charset="-128"/>
                <a:ea typeface="Hiragino Kaku Gothic Pro W3" panose="020B0300000000000000" pitchFamily="34" charset="-128"/>
              </a:rPr>
              <a:t>ああああ</a:t>
            </a:r>
          </a:p>
        </p:txBody>
      </p:sp>
      <p:sp>
        <p:nvSpPr>
          <p:cNvPr id="38" name="Triangle 37">
            <a:extLst>
              <a:ext uri="{FF2B5EF4-FFF2-40B4-BE49-F238E27FC236}">
                <a16:creationId xmlns:a16="http://schemas.microsoft.com/office/drawing/2014/main" id="{DC22494B-C652-9F46-8113-FB6D04F7AD2E}"/>
              </a:ext>
            </a:extLst>
          </p:cNvPr>
          <p:cNvSpPr/>
          <p:nvPr/>
        </p:nvSpPr>
        <p:spPr>
          <a:xfrm rot="5400000">
            <a:off x="8171410" y="1416253"/>
            <a:ext cx="937550" cy="202677"/>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P" dirty="0">
              <a:latin typeface="Hiragino Kaku Gothic Pro W3" panose="020B0300000000000000" pitchFamily="34" charset="-128"/>
              <a:ea typeface="Hiragino Kaku Gothic Pro W3" panose="020B0300000000000000" pitchFamily="34" charset="-128"/>
            </a:endParaRPr>
          </a:p>
        </p:txBody>
      </p:sp>
      <p:sp>
        <p:nvSpPr>
          <p:cNvPr id="39" name="Rounded Rectangle 38">
            <a:extLst>
              <a:ext uri="{FF2B5EF4-FFF2-40B4-BE49-F238E27FC236}">
                <a16:creationId xmlns:a16="http://schemas.microsoft.com/office/drawing/2014/main" id="{898C225D-126E-C84F-9B73-7A2321262E0C}"/>
              </a:ext>
            </a:extLst>
          </p:cNvPr>
          <p:cNvSpPr/>
          <p:nvPr/>
        </p:nvSpPr>
        <p:spPr>
          <a:xfrm>
            <a:off x="8965852" y="915707"/>
            <a:ext cx="2356113" cy="1203768"/>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dirty="0">
                <a:solidFill>
                  <a:schemeClr val="bg1"/>
                </a:solidFill>
                <a:latin typeface="Hiragino Kaku Gothic Pro W3" panose="020B0300000000000000" pitchFamily="34" charset="-128"/>
                <a:ea typeface="Hiragino Kaku Gothic Pro W3" panose="020B0300000000000000" pitchFamily="34" charset="-128"/>
              </a:rPr>
              <a:t>ああああ</a:t>
            </a:r>
          </a:p>
        </p:txBody>
      </p:sp>
      <p:sp>
        <p:nvSpPr>
          <p:cNvPr id="40" name="Oval 39">
            <a:extLst>
              <a:ext uri="{FF2B5EF4-FFF2-40B4-BE49-F238E27FC236}">
                <a16:creationId xmlns:a16="http://schemas.microsoft.com/office/drawing/2014/main" id="{2AC9D7E3-4468-3548-8727-E1BF6E27087A}"/>
              </a:ext>
            </a:extLst>
          </p:cNvPr>
          <p:cNvSpPr/>
          <p:nvPr/>
        </p:nvSpPr>
        <p:spPr>
          <a:xfrm>
            <a:off x="1592188" y="919434"/>
            <a:ext cx="1994029" cy="108802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graphicFrame>
        <p:nvGraphicFramePr>
          <p:cNvPr id="41" name="Table 4">
            <a:extLst>
              <a:ext uri="{FF2B5EF4-FFF2-40B4-BE49-F238E27FC236}">
                <a16:creationId xmlns:a16="http://schemas.microsoft.com/office/drawing/2014/main" id="{D983ECBE-4138-8B40-973A-87B05E5D5C28}"/>
              </a:ext>
            </a:extLst>
          </p:cNvPr>
          <p:cNvGraphicFramePr>
            <a:graphicFrameLocks noGrp="1"/>
          </p:cNvGraphicFramePr>
          <p:nvPr>
            <p:extLst>
              <p:ext uri="{D42A27DB-BD31-4B8C-83A1-F6EECF244321}">
                <p14:modId xmlns:p14="http://schemas.microsoft.com/office/powerpoint/2010/main" val="2728790756"/>
              </p:ext>
            </p:extLst>
          </p:nvPr>
        </p:nvGraphicFramePr>
        <p:xfrm>
          <a:off x="5598405" y="2417131"/>
          <a:ext cx="2971348" cy="1179168"/>
        </p:xfrm>
        <a:graphic>
          <a:graphicData uri="http://schemas.openxmlformats.org/drawingml/2006/table">
            <a:tbl>
              <a:tblPr firstRow="1" bandRow="1">
                <a:tableStyleId>{5C22544A-7EE6-4342-B048-85BDC9FD1C3A}</a:tableStyleId>
              </a:tblPr>
              <a:tblGrid>
                <a:gridCol w="1067930">
                  <a:extLst>
                    <a:ext uri="{9D8B030D-6E8A-4147-A177-3AD203B41FA5}">
                      <a16:colId xmlns:a16="http://schemas.microsoft.com/office/drawing/2014/main" val="3871586796"/>
                    </a:ext>
                  </a:extLst>
                </a:gridCol>
                <a:gridCol w="951709">
                  <a:extLst>
                    <a:ext uri="{9D8B030D-6E8A-4147-A177-3AD203B41FA5}">
                      <a16:colId xmlns:a16="http://schemas.microsoft.com/office/drawing/2014/main" val="4154987557"/>
                    </a:ext>
                  </a:extLst>
                </a:gridCol>
                <a:gridCol w="951709">
                  <a:extLst>
                    <a:ext uri="{9D8B030D-6E8A-4147-A177-3AD203B41FA5}">
                      <a16:colId xmlns:a16="http://schemas.microsoft.com/office/drawing/2014/main" val="2840424060"/>
                    </a:ext>
                  </a:extLst>
                </a:gridCol>
              </a:tblGrid>
              <a:tr h="3930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JP" sz="1600" b="1" i="0" dirty="0">
                          <a:latin typeface="Hiragino Kaku Gothic Pro W3" panose="020B0300000000000000" pitchFamily="34" charset="-128"/>
                          <a:ea typeface="Hiragino Kaku Gothic Pro W3" panose="020B0300000000000000" pitchFamily="34" charset="-128"/>
                        </a:rPr>
                        <a:t>あああ</a:t>
                      </a:r>
                    </a:p>
                  </a:txBody>
                  <a:tcPr anchor="ctr">
                    <a:solidFill>
                      <a:schemeClr val="accent5">
                        <a:lumMod val="75000"/>
                      </a:schemeClr>
                    </a:solidFill>
                  </a:tcPr>
                </a:tc>
                <a:tc>
                  <a:txBody>
                    <a:bodyPr/>
                    <a:lstStyle/>
                    <a:p>
                      <a:pPr algn="ctr"/>
                      <a:r>
                        <a:rPr lang="en-JP" sz="1600" b="1" i="0" dirty="0">
                          <a:latin typeface="Hiragino Kaku Gothic Pro W3" panose="020B0300000000000000" pitchFamily="34" charset="-128"/>
                          <a:ea typeface="Hiragino Kaku Gothic Pro W3" panose="020B0300000000000000" pitchFamily="34" charset="-128"/>
                        </a:rPr>
                        <a:t>あああ</a:t>
                      </a:r>
                    </a:p>
                  </a:txBody>
                  <a:tcPr anchor="ctr">
                    <a:solidFill>
                      <a:schemeClr val="accent5">
                        <a:lumMod val="75000"/>
                      </a:schemeClr>
                    </a:solidFill>
                  </a:tcPr>
                </a:tc>
                <a:tc>
                  <a:txBody>
                    <a:bodyPr/>
                    <a:lstStyle/>
                    <a:p>
                      <a:pPr algn="ctr"/>
                      <a:r>
                        <a:rPr lang="en-JP" sz="1600" b="1" i="0" dirty="0">
                          <a:latin typeface="Hiragino Kaku Gothic Pro W3" panose="020B0300000000000000" pitchFamily="34" charset="-128"/>
                          <a:ea typeface="Hiragino Kaku Gothic Pro W3" panose="020B0300000000000000" pitchFamily="34" charset="-128"/>
                        </a:rPr>
                        <a:t>あああ</a:t>
                      </a:r>
                    </a:p>
                  </a:txBody>
                  <a:tcPr anchor="ctr">
                    <a:solidFill>
                      <a:schemeClr val="accent5">
                        <a:lumMod val="75000"/>
                      </a:schemeClr>
                    </a:solidFill>
                  </a:tcPr>
                </a:tc>
                <a:extLst>
                  <a:ext uri="{0D108BD9-81ED-4DB2-BD59-A6C34878D82A}">
                    <a16:rowId xmlns:a16="http://schemas.microsoft.com/office/drawing/2014/main" val="1414627521"/>
                  </a:ext>
                </a:extLst>
              </a:tr>
              <a:tr h="393056">
                <a:tc>
                  <a:txBody>
                    <a:bodyPr/>
                    <a:lstStyle/>
                    <a:p>
                      <a:pPr algn="ctr"/>
                      <a:r>
                        <a:rPr lang="en-JP" sz="1200" b="0" i="0" dirty="0">
                          <a:latin typeface="Hiragino Kaku Gothic Pro W3" panose="020B0300000000000000" pitchFamily="34" charset="-128"/>
                          <a:ea typeface="Hiragino Kaku Gothic Pro W3" panose="020B0300000000000000" pitchFamily="34" charset="-128"/>
                        </a:rPr>
                        <a:t>あああ</a:t>
                      </a:r>
                    </a:p>
                  </a:txBody>
                  <a:tcPr anchor="ctr"/>
                </a:tc>
                <a:tc>
                  <a:txBody>
                    <a:bodyPr/>
                    <a:lstStyle/>
                    <a:p>
                      <a:pPr algn="ctr"/>
                      <a:r>
                        <a:rPr lang="en-JP" sz="1200" b="0" i="0" dirty="0">
                          <a:latin typeface="Hiragino Kaku Gothic Pro W3" panose="020B0300000000000000" pitchFamily="34" charset="-128"/>
                          <a:ea typeface="Hiragino Kaku Gothic Pro W3" panose="020B0300000000000000" pitchFamily="34" charset="-128"/>
                        </a:rPr>
                        <a:t>あああ</a:t>
                      </a:r>
                    </a:p>
                  </a:txBody>
                  <a:tcPr anchor="ctr"/>
                </a:tc>
                <a:tc>
                  <a:txBody>
                    <a:bodyPr/>
                    <a:lstStyle/>
                    <a:p>
                      <a:pPr algn="ctr"/>
                      <a:r>
                        <a:rPr lang="en-JP" sz="1200" b="0" i="0" dirty="0">
                          <a:latin typeface="Hiragino Kaku Gothic Pro W3" panose="020B0300000000000000" pitchFamily="34" charset="-128"/>
                          <a:ea typeface="Hiragino Kaku Gothic Pro W3" panose="020B0300000000000000" pitchFamily="34" charset="-128"/>
                        </a:rPr>
                        <a:t>あああ</a:t>
                      </a:r>
                    </a:p>
                  </a:txBody>
                  <a:tcPr anchor="ctr"/>
                </a:tc>
                <a:extLst>
                  <a:ext uri="{0D108BD9-81ED-4DB2-BD59-A6C34878D82A}">
                    <a16:rowId xmlns:a16="http://schemas.microsoft.com/office/drawing/2014/main" val="1971491181"/>
                  </a:ext>
                </a:extLst>
              </a:tr>
              <a:tr h="393056">
                <a:tc>
                  <a:txBody>
                    <a:bodyPr/>
                    <a:lstStyle/>
                    <a:p>
                      <a:pPr algn="ctr"/>
                      <a:r>
                        <a:rPr lang="en-JP" sz="1200" b="0" i="0" dirty="0">
                          <a:latin typeface="Hiragino Kaku Gothic Pro W3" panose="020B0300000000000000" pitchFamily="34" charset="-128"/>
                          <a:ea typeface="Hiragino Kaku Gothic Pro W3" panose="020B0300000000000000" pitchFamily="34" charset="-128"/>
                        </a:rPr>
                        <a:t>あああ</a:t>
                      </a:r>
                    </a:p>
                  </a:txBody>
                  <a:tcPr anchor="ctr"/>
                </a:tc>
                <a:tc>
                  <a:txBody>
                    <a:bodyPr/>
                    <a:lstStyle/>
                    <a:p>
                      <a:pPr algn="ctr"/>
                      <a:r>
                        <a:rPr lang="en-JP" sz="1200" b="0" i="0" dirty="0">
                          <a:latin typeface="Hiragino Kaku Gothic Pro W3" panose="020B0300000000000000" pitchFamily="34" charset="-128"/>
                          <a:ea typeface="Hiragino Kaku Gothic Pro W3" panose="020B0300000000000000" pitchFamily="34" charset="-128"/>
                        </a:rPr>
                        <a:t>あああ</a:t>
                      </a:r>
                    </a:p>
                  </a:txBody>
                  <a:tcPr anchor="ctr"/>
                </a:tc>
                <a:tc>
                  <a:txBody>
                    <a:bodyPr/>
                    <a:lstStyle/>
                    <a:p>
                      <a:pPr algn="ctr"/>
                      <a:r>
                        <a:rPr lang="en-JP" sz="1200" b="0" i="0" dirty="0">
                          <a:latin typeface="Hiragino Kaku Gothic Pro W3" panose="020B0300000000000000" pitchFamily="34" charset="-128"/>
                          <a:ea typeface="Hiragino Kaku Gothic Pro W3" panose="020B0300000000000000" pitchFamily="34" charset="-128"/>
                        </a:rPr>
                        <a:t>あああ</a:t>
                      </a:r>
                    </a:p>
                  </a:txBody>
                  <a:tcPr anchor="ctr"/>
                </a:tc>
                <a:extLst>
                  <a:ext uri="{0D108BD9-81ED-4DB2-BD59-A6C34878D82A}">
                    <a16:rowId xmlns:a16="http://schemas.microsoft.com/office/drawing/2014/main" val="2423257061"/>
                  </a:ext>
                </a:extLst>
              </a:tr>
            </a:tbl>
          </a:graphicData>
        </a:graphic>
      </p:graphicFrame>
      <p:sp>
        <p:nvSpPr>
          <p:cNvPr id="42" name="Rectangle 41">
            <a:extLst>
              <a:ext uri="{FF2B5EF4-FFF2-40B4-BE49-F238E27FC236}">
                <a16:creationId xmlns:a16="http://schemas.microsoft.com/office/drawing/2014/main" id="{078BD8B9-4E2A-1847-A8C5-B6876C3B50F2}"/>
              </a:ext>
            </a:extLst>
          </p:cNvPr>
          <p:cNvSpPr/>
          <p:nvPr/>
        </p:nvSpPr>
        <p:spPr>
          <a:xfrm>
            <a:off x="6751496" y="3915160"/>
            <a:ext cx="461188" cy="461188"/>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dirty="0">
                <a:latin typeface="Hiragino Kaku Gothic Pro W3" panose="020B0300000000000000" pitchFamily="34" charset="-128"/>
                <a:ea typeface="Hiragino Kaku Gothic Pro W3" panose="020B0300000000000000" pitchFamily="34" charset="-128"/>
              </a:rPr>
              <a:t>00</a:t>
            </a:r>
          </a:p>
        </p:txBody>
      </p:sp>
      <p:sp>
        <p:nvSpPr>
          <p:cNvPr id="43" name="Rectangle 42">
            <a:extLst>
              <a:ext uri="{FF2B5EF4-FFF2-40B4-BE49-F238E27FC236}">
                <a16:creationId xmlns:a16="http://schemas.microsoft.com/office/drawing/2014/main" id="{1AB730F0-AA1F-E744-8472-275BB43EC1B2}"/>
              </a:ext>
            </a:extLst>
          </p:cNvPr>
          <p:cNvSpPr/>
          <p:nvPr/>
        </p:nvSpPr>
        <p:spPr>
          <a:xfrm>
            <a:off x="8708372" y="2415611"/>
            <a:ext cx="3060915" cy="45231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400" dirty="0">
                <a:solidFill>
                  <a:schemeClr val="tx1"/>
                </a:solidFill>
                <a:latin typeface="Hiragino Kaku Gothic Pro W3" panose="020B0300000000000000" pitchFamily="34" charset="-128"/>
                <a:ea typeface="Hiragino Kaku Gothic Pro W3" panose="020B0300000000000000" pitchFamily="34" charset="-128"/>
              </a:rPr>
              <a:t>普通のテキストボックス</a:t>
            </a:r>
          </a:p>
        </p:txBody>
      </p:sp>
      <p:sp>
        <p:nvSpPr>
          <p:cNvPr id="45" name="Rectangle 44">
            <a:extLst>
              <a:ext uri="{FF2B5EF4-FFF2-40B4-BE49-F238E27FC236}">
                <a16:creationId xmlns:a16="http://schemas.microsoft.com/office/drawing/2014/main" id="{616350F7-B2E0-234C-81CD-47AE92254F96}"/>
              </a:ext>
            </a:extLst>
          </p:cNvPr>
          <p:cNvSpPr/>
          <p:nvPr/>
        </p:nvSpPr>
        <p:spPr>
          <a:xfrm>
            <a:off x="191569" y="6504032"/>
            <a:ext cx="3060915" cy="3038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JP" sz="1050" dirty="0">
                <a:solidFill>
                  <a:schemeClr val="tx1"/>
                </a:solidFill>
                <a:latin typeface="Hiragino Kaku Gothic Pro W3" panose="020B0300000000000000" pitchFamily="34" charset="-128"/>
                <a:ea typeface="Hiragino Kaku Gothic Pro W3" panose="020B0300000000000000" pitchFamily="34" charset="-128"/>
              </a:rPr>
              <a:t>出典）あああ</a:t>
            </a:r>
          </a:p>
        </p:txBody>
      </p:sp>
      <p:sp>
        <p:nvSpPr>
          <p:cNvPr id="46" name="Rectangular Callout 45">
            <a:extLst>
              <a:ext uri="{FF2B5EF4-FFF2-40B4-BE49-F238E27FC236}">
                <a16:creationId xmlns:a16="http://schemas.microsoft.com/office/drawing/2014/main" id="{94E9F43B-F017-6748-A08D-EDF529EA7219}"/>
              </a:ext>
            </a:extLst>
          </p:cNvPr>
          <p:cNvSpPr/>
          <p:nvPr/>
        </p:nvSpPr>
        <p:spPr>
          <a:xfrm>
            <a:off x="9094070" y="3136226"/>
            <a:ext cx="2450356" cy="672236"/>
          </a:xfrm>
          <a:prstGeom prst="wedgeRectCallout">
            <a:avLst>
              <a:gd name="adj1" fmla="val -8848"/>
              <a:gd name="adj2" fmla="val 7799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latin typeface="Hiragino Kaku Gothic Pro W3" panose="020B0300000000000000" pitchFamily="34" charset="-128"/>
                <a:ea typeface="Hiragino Kaku Gothic Pro W3" panose="020B0300000000000000" pitchFamily="34" charset="-128"/>
              </a:rPr>
              <a:t>吹き出しは四角の方が</a:t>
            </a:r>
            <a:endParaRPr lang="en-US" sz="1400" dirty="0">
              <a:solidFill>
                <a:schemeClr val="tx1"/>
              </a:solidFill>
              <a:latin typeface="Hiragino Kaku Gothic Pro W3" panose="020B0300000000000000" pitchFamily="34" charset="-128"/>
              <a:ea typeface="Hiragino Kaku Gothic Pro W3" panose="020B0300000000000000" pitchFamily="34" charset="-128"/>
            </a:endParaRPr>
          </a:p>
          <a:p>
            <a:pPr algn="ctr"/>
            <a:r>
              <a:rPr lang="en-US" sz="1400" dirty="0" err="1">
                <a:solidFill>
                  <a:schemeClr val="tx1"/>
                </a:solidFill>
                <a:latin typeface="Hiragino Kaku Gothic Pro W3" panose="020B0300000000000000" pitchFamily="34" charset="-128"/>
                <a:ea typeface="Hiragino Kaku Gothic Pro W3" panose="020B0300000000000000" pitchFamily="34" charset="-128"/>
              </a:rPr>
              <a:t>スッキリ感が出ておすすめ</a:t>
            </a:r>
            <a:endParaRPr lang="en-JP" sz="1400" dirty="0">
              <a:solidFill>
                <a:schemeClr val="tx1"/>
              </a:solidFill>
              <a:latin typeface="Hiragino Kaku Gothic Pro W3" panose="020B0300000000000000" pitchFamily="34" charset="-128"/>
              <a:ea typeface="Hiragino Kaku Gothic Pro W3" panose="020B0300000000000000" pitchFamily="34" charset="-128"/>
            </a:endParaRPr>
          </a:p>
        </p:txBody>
      </p:sp>
      <p:sp>
        <p:nvSpPr>
          <p:cNvPr id="47" name="Oval Callout 46">
            <a:extLst>
              <a:ext uri="{FF2B5EF4-FFF2-40B4-BE49-F238E27FC236}">
                <a16:creationId xmlns:a16="http://schemas.microsoft.com/office/drawing/2014/main" id="{7E8E9B63-25DD-C145-AC3E-D53095E82B67}"/>
              </a:ext>
            </a:extLst>
          </p:cNvPr>
          <p:cNvSpPr/>
          <p:nvPr/>
        </p:nvSpPr>
        <p:spPr>
          <a:xfrm>
            <a:off x="9804566" y="3949286"/>
            <a:ext cx="2330144" cy="849249"/>
          </a:xfrm>
          <a:prstGeom prst="wedgeEllipseCallout">
            <a:avLst>
              <a:gd name="adj1" fmla="val -62693"/>
              <a:gd name="adj2" fmla="val -27314"/>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400" dirty="0">
                <a:solidFill>
                  <a:schemeClr val="bg1"/>
                </a:solidFill>
                <a:latin typeface="Hiragino Kaku Gothic Pro W3" panose="020B0300000000000000" pitchFamily="34" charset="-128"/>
                <a:ea typeface="Hiragino Kaku Gothic Pro W3" panose="020B0300000000000000" pitchFamily="34" charset="-128"/>
              </a:rPr>
              <a:t>丸型はややチープな印象になる</a:t>
            </a:r>
          </a:p>
        </p:txBody>
      </p:sp>
      <p:sp>
        <p:nvSpPr>
          <p:cNvPr id="51" name="Pentagon 50">
            <a:extLst>
              <a:ext uri="{FF2B5EF4-FFF2-40B4-BE49-F238E27FC236}">
                <a16:creationId xmlns:a16="http://schemas.microsoft.com/office/drawing/2014/main" id="{9469E2F7-786C-834A-A4EC-1BF37CBD8419}"/>
              </a:ext>
            </a:extLst>
          </p:cNvPr>
          <p:cNvSpPr/>
          <p:nvPr/>
        </p:nvSpPr>
        <p:spPr>
          <a:xfrm>
            <a:off x="10678061" y="5383043"/>
            <a:ext cx="1268934" cy="1062552"/>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JP" sz="1400" b="1" dirty="0">
                <a:solidFill>
                  <a:schemeClr val="tx1"/>
                </a:solidFill>
                <a:latin typeface="Hiragino Kaku Gothic Pro W3" panose="020B0300000000000000" pitchFamily="34" charset="-128"/>
                <a:ea typeface="Hiragino Kaku Gothic Pro W3" panose="020B0300000000000000" pitchFamily="34" charset="-128"/>
              </a:rPr>
              <a:t>3</a:t>
            </a:r>
          </a:p>
        </p:txBody>
      </p:sp>
      <p:sp>
        <p:nvSpPr>
          <p:cNvPr id="48" name="Pentagon 47">
            <a:extLst>
              <a:ext uri="{FF2B5EF4-FFF2-40B4-BE49-F238E27FC236}">
                <a16:creationId xmlns:a16="http://schemas.microsoft.com/office/drawing/2014/main" id="{88A1301B-1456-8C42-BD62-059FD2642513}"/>
              </a:ext>
            </a:extLst>
          </p:cNvPr>
          <p:cNvSpPr/>
          <p:nvPr/>
        </p:nvSpPr>
        <p:spPr>
          <a:xfrm>
            <a:off x="10093121" y="5383043"/>
            <a:ext cx="1268934" cy="1062552"/>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JP" sz="1400" b="1" dirty="0">
                <a:solidFill>
                  <a:schemeClr val="tx1"/>
                </a:solidFill>
                <a:latin typeface="Hiragino Kaku Gothic Pro W3" panose="020B0300000000000000" pitchFamily="34" charset="-128"/>
                <a:ea typeface="Hiragino Kaku Gothic Pro W3" panose="020B0300000000000000" pitchFamily="34" charset="-128"/>
              </a:rPr>
              <a:t>2</a:t>
            </a:r>
          </a:p>
        </p:txBody>
      </p:sp>
      <p:sp>
        <p:nvSpPr>
          <p:cNvPr id="52" name="Pentagon 51">
            <a:extLst>
              <a:ext uri="{FF2B5EF4-FFF2-40B4-BE49-F238E27FC236}">
                <a16:creationId xmlns:a16="http://schemas.microsoft.com/office/drawing/2014/main" id="{44C36AF1-6B2D-E74B-B2FE-7ED347105C78}"/>
              </a:ext>
            </a:extLst>
          </p:cNvPr>
          <p:cNvSpPr/>
          <p:nvPr/>
        </p:nvSpPr>
        <p:spPr>
          <a:xfrm>
            <a:off x="9840860" y="5383043"/>
            <a:ext cx="923595" cy="1062552"/>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400" b="1" dirty="0">
                <a:solidFill>
                  <a:schemeClr val="tx1"/>
                </a:solidFill>
                <a:latin typeface="Hiragino Kaku Gothic Pro W3" panose="020B0300000000000000" pitchFamily="34" charset="-128"/>
                <a:ea typeface="Hiragino Kaku Gothic Pro W3" panose="020B0300000000000000" pitchFamily="34" charset="-128"/>
              </a:rPr>
              <a:t>1</a:t>
            </a:r>
          </a:p>
        </p:txBody>
      </p:sp>
    </p:spTree>
    <p:extLst>
      <p:ext uri="{BB962C8B-B14F-4D97-AF65-F5344CB8AC3E}">
        <p14:creationId xmlns:p14="http://schemas.microsoft.com/office/powerpoint/2010/main" val="311826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8E48-BE3F-9043-B674-460F8D56B3F5}"/>
              </a:ext>
            </a:extLst>
          </p:cNvPr>
          <p:cNvSpPr>
            <a:spLocks noGrp="1"/>
          </p:cNvSpPr>
          <p:nvPr>
            <p:ph type="ctrTitle"/>
          </p:nvPr>
        </p:nvSpPr>
        <p:spPr/>
        <p:txBody>
          <a:bodyPr/>
          <a:lstStyle/>
          <a:p>
            <a:endParaRPr lang="en-JP" dirty="0">
              <a:latin typeface="Hiragino Kaku Gothic Pro W6" panose="020B0300000000000000" pitchFamily="34" charset="-128"/>
              <a:ea typeface="Hiragino Kaku Gothic Pro W6" panose="020B0300000000000000" pitchFamily="34" charset="-128"/>
            </a:endParaRPr>
          </a:p>
        </p:txBody>
      </p:sp>
      <p:sp>
        <p:nvSpPr>
          <p:cNvPr id="3" name="Subtitle 2">
            <a:extLst>
              <a:ext uri="{FF2B5EF4-FFF2-40B4-BE49-F238E27FC236}">
                <a16:creationId xmlns:a16="http://schemas.microsoft.com/office/drawing/2014/main" id="{2808206E-47E3-3640-B93F-E7271AACE469}"/>
              </a:ext>
            </a:extLst>
          </p:cNvPr>
          <p:cNvSpPr>
            <a:spLocks noGrp="1"/>
          </p:cNvSpPr>
          <p:nvPr>
            <p:ph type="subTitle" idx="1"/>
          </p:nvPr>
        </p:nvSpPr>
        <p:spPr/>
        <p:txBody>
          <a:bodyPr/>
          <a:lstStyle/>
          <a:p>
            <a:endParaRPr lang="en-JP"/>
          </a:p>
        </p:txBody>
      </p:sp>
      <p:sp>
        <p:nvSpPr>
          <p:cNvPr id="4" name="Text Placeholder 3">
            <a:extLst>
              <a:ext uri="{FF2B5EF4-FFF2-40B4-BE49-F238E27FC236}">
                <a16:creationId xmlns:a16="http://schemas.microsoft.com/office/drawing/2014/main" id="{4BD75FBA-2084-354A-8E3C-DE16222F5337}"/>
              </a:ext>
            </a:extLst>
          </p:cNvPr>
          <p:cNvSpPr>
            <a:spLocks noGrp="1"/>
          </p:cNvSpPr>
          <p:nvPr>
            <p:ph type="body" sz="quarter" idx="10"/>
          </p:nvPr>
        </p:nvSpPr>
        <p:spPr/>
        <p:txBody>
          <a:bodyPr/>
          <a:lstStyle/>
          <a:p>
            <a:endParaRPr lang="en-JP"/>
          </a:p>
        </p:txBody>
      </p:sp>
      <p:sp>
        <p:nvSpPr>
          <p:cNvPr id="5" name="Text Placeholder 4">
            <a:extLst>
              <a:ext uri="{FF2B5EF4-FFF2-40B4-BE49-F238E27FC236}">
                <a16:creationId xmlns:a16="http://schemas.microsoft.com/office/drawing/2014/main" id="{D0F1CD08-56D4-E342-AD41-6E55694B17CC}"/>
              </a:ext>
            </a:extLst>
          </p:cNvPr>
          <p:cNvSpPr>
            <a:spLocks noGrp="1"/>
          </p:cNvSpPr>
          <p:nvPr>
            <p:ph type="body" sz="quarter" idx="11"/>
          </p:nvPr>
        </p:nvSpPr>
        <p:spPr/>
        <p:txBody>
          <a:bodyPr/>
          <a:lstStyle/>
          <a:p>
            <a:endParaRPr lang="en-JP"/>
          </a:p>
        </p:txBody>
      </p:sp>
      <p:sp>
        <p:nvSpPr>
          <p:cNvPr id="6" name="Text Placeholder 5">
            <a:extLst>
              <a:ext uri="{FF2B5EF4-FFF2-40B4-BE49-F238E27FC236}">
                <a16:creationId xmlns:a16="http://schemas.microsoft.com/office/drawing/2014/main" id="{927776B9-89DB-5545-B477-FE82BEFF5A99}"/>
              </a:ext>
            </a:extLst>
          </p:cNvPr>
          <p:cNvSpPr>
            <a:spLocks noGrp="1"/>
          </p:cNvSpPr>
          <p:nvPr>
            <p:ph type="body" sz="quarter" idx="12"/>
          </p:nvPr>
        </p:nvSpPr>
        <p:spPr/>
        <p:txBody>
          <a:bodyPr/>
          <a:lstStyle/>
          <a:p>
            <a:endParaRPr lang="en-JP"/>
          </a:p>
        </p:txBody>
      </p:sp>
      <p:sp>
        <p:nvSpPr>
          <p:cNvPr id="7" name="Text Placeholder 6">
            <a:extLst>
              <a:ext uri="{FF2B5EF4-FFF2-40B4-BE49-F238E27FC236}">
                <a16:creationId xmlns:a16="http://schemas.microsoft.com/office/drawing/2014/main" id="{FA0B39AA-FA8D-F648-AFC6-319837F8FDAC}"/>
              </a:ext>
            </a:extLst>
          </p:cNvPr>
          <p:cNvSpPr>
            <a:spLocks noGrp="1"/>
          </p:cNvSpPr>
          <p:nvPr>
            <p:ph type="body" sz="quarter" idx="13"/>
          </p:nvPr>
        </p:nvSpPr>
        <p:spPr/>
        <p:txBody>
          <a:bodyPr/>
          <a:lstStyle/>
          <a:p>
            <a:endParaRPr lang="en-JP"/>
          </a:p>
        </p:txBody>
      </p:sp>
      <p:sp>
        <p:nvSpPr>
          <p:cNvPr id="8" name="Rectangle 7">
            <a:extLst>
              <a:ext uri="{FF2B5EF4-FFF2-40B4-BE49-F238E27FC236}">
                <a16:creationId xmlns:a16="http://schemas.microsoft.com/office/drawing/2014/main" id="{DAA8A656-165F-F144-8A72-28E446B3396F}"/>
              </a:ext>
            </a:extLst>
          </p:cNvPr>
          <p:cNvSpPr/>
          <p:nvPr/>
        </p:nvSpPr>
        <p:spPr>
          <a:xfrm>
            <a:off x="9688689" y="5675971"/>
            <a:ext cx="1855736" cy="7136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200" dirty="0">
                <a:solidFill>
                  <a:schemeClr val="tx1"/>
                </a:solidFill>
                <a:latin typeface="Hiragino Kaku Gothic Pro W3" panose="020B0300000000000000" pitchFamily="34" charset="-128"/>
                <a:ea typeface="Hiragino Kaku Gothic Pro W3" panose="020B0300000000000000" pitchFamily="34" charset="-128"/>
              </a:rPr>
              <a:t>許諾なく撮影や第三者への開示を禁止します</a:t>
            </a:r>
          </a:p>
        </p:txBody>
      </p:sp>
    </p:spTree>
    <p:extLst>
      <p:ext uri="{BB962C8B-B14F-4D97-AF65-F5344CB8AC3E}">
        <p14:creationId xmlns:p14="http://schemas.microsoft.com/office/powerpoint/2010/main" val="93261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8616-0067-4647-956F-709B7B142166}"/>
              </a:ext>
            </a:extLst>
          </p:cNvPr>
          <p:cNvSpPr>
            <a:spLocks noGrp="1"/>
          </p:cNvSpPr>
          <p:nvPr>
            <p:ph type="title"/>
          </p:nvPr>
        </p:nvSpPr>
        <p:spPr/>
        <p:txBody>
          <a:bodyPr/>
          <a:lstStyle/>
          <a:p>
            <a:r>
              <a:rPr lang="en-JP" dirty="0"/>
              <a:t>Agenda</a:t>
            </a:r>
          </a:p>
        </p:txBody>
      </p:sp>
      <p:sp>
        <p:nvSpPr>
          <p:cNvPr id="3" name="Slide Number Placeholder 2">
            <a:extLst>
              <a:ext uri="{FF2B5EF4-FFF2-40B4-BE49-F238E27FC236}">
                <a16:creationId xmlns:a16="http://schemas.microsoft.com/office/drawing/2014/main" id="{F2F42F26-4924-9B41-8E1D-21DE4071DFC1}"/>
              </a:ext>
            </a:extLst>
          </p:cNvPr>
          <p:cNvSpPr>
            <a:spLocks noGrp="1"/>
          </p:cNvSpPr>
          <p:nvPr>
            <p:ph type="sldNum" sz="quarter" idx="12"/>
          </p:nvPr>
        </p:nvSpPr>
        <p:spPr/>
        <p:txBody>
          <a:bodyPr/>
          <a:lstStyle/>
          <a:p>
            <a:fld id="{058787AB-E1A2-484A-B1EE-C464BE587430}" type="slidenum">
              <a:rPr lang="en-US" smtClean="0"/>
              <a:pPr/>
              <a:t>4</a:t>
            </a:fld>
            <a:endParaRPr lang="en-US" dirty="0"/>
          </a:p>
        </p:txBody>
      </p:sp>
      <p:sp>
        <p:nvSpPr>
          <p:cNvPr id="35" name="Rectangle 34">
            <a:extLst>
              <a:ext uri="{FF2B5EF4-FFF2-40B4-BE49-F238E27FC236}">
                <a16:creationId xmlns:a16="http://schemas.microsoft.com/office/drawing/2014/main" id="{7624B9AF-04CB-9148-A681-71FD0B8552CF}"/>
              </a:ext>
            </a:extLst>
          </p:cNvPr>
          <p:cNvSpPr/>
          <p:nvPr/>
        </p:nvSpPr>
        <p:spPr>
          <a:xfrm>
            <a:off x="3150850" y="1768114"/>
            <a:ext cx="461188" cy="461188"/>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dirty="0">
                <a:latin typeface="Hiragino Kaku Gothic Pro W3" panose="020B0300000000000000" pitchFamily="34" charset="-128"/>
                <a:ea typeface="Hiragino Kaku Gothic Pro W3" panose="020B0300000000000000" pitchFamily="34" charset="-128"/>
              </a:rPr>
              <a:t>1</a:t>
            </a:r>
          </a:p>
        </p:txBody>
      </p:sp>
      <p:sp>
        <p:nvSpPr>
          <p:cNvPr id="36" name="Rectangle 35">
            <a:extLst>
              <a:ext uri="{FF2B5EF4-FFF2-40B4-BE49-F238E27FC236}">
                <a16:creationId xmlns:a16="http://schemas.microsoft.com/office/drawing/2014/main" id="{92D5BCB2-1FC1-9941-9B14-E54D3EC26F77}"/>
              </a:ext>
            </a:extLst>
          </p:cNvPr>
          <p:cNvSpPr/>
          <p:nvPr/>
        </p:nvSpPr>
        <p:spPr>
          <a:xfrm>
            <a:off x="3717677" y="1768114"/>
            <a:ext cx="5057763" cy="461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44" name="Rectangle 43">
            <a:extLst>
              <a:ext uri="{FF2B5EF4-FFF2-40B4-BE49-F238E27FC236}">
                <a16:creationId xmlns:a16="http://schemas.microsoft.com/office/drawing/2014/main" id="{BC6193AA-E970-1C43-8B45-CEA2DAC2B60C}"/>
              </a:ext>
            </a:extLst>
          </p:cNvPr>
          <p:cNvSpPr/>
          <p:nvPr/>
        </p:nvSpPr>
        <p:spPr>
          <a:xfrm>
            <a:off x="3150850" y="2572709"/>
            <a:ext cx="461188" cy="461188"/>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dirty="0">
                <a:latin typeface="Hiragino Kaku Gothic Pro W3" panose="020B0300000000000000" pitchFamily="34" charset="-128"/>
                <a:ea typeface="Hiragino Kaku Gothic Pro W3" panose="020B0300000000000000" pitchFamily="34" charset="-128"/>
              </a:rPr>
              <a:t>2</a:t>
            </a:r>
          </a:p>
        </p:txBody>
      </p:sp>
      <p:sp>
        <p:nvSpPr>
          <p:cNvPr id="49" name="Rectangle 48">
            <a:extLst>
              <a:ext uri="{FF2B5EF4-FFF2-40B4-BE49-F238E27FC236}">
                <a16:creationId xmlns:a16="http://schemas.microsoft.com/office/drawing/2014/main" id="{A8BD422B-7810-FA47-BBAA-793F8CEC97D0}"/>
              </a:ext>
            </a:extLst>
          </p:cNvPr>
          <p:cNvSpPr/>
          <p:nvPr/>
        </p:nvSpPr>
        <p:spPr>
          <a:xfrm>
            <a:off x="3717677" y="2572709"/>
            <a:ext cx="5057763" cy="461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50" name="Rectangle 49">
            <a:extLst>
              <a:ext uri="{FF2B5EF4-FFF2-40B4-BE49-F238E27FC236}">
                <a16:creationId xmlns:a16="http://schemas.microsoft.com/office/drawing/2014/main" id="{6913D552-561D-6347-AC36-48422308343C}"/>
              </a:ext>
            </a:extLst>
          </p:cNvPr>
          <p:cNvSpPr/>
          <p:nvPr/>
        </p:nvSpPr>
        <p:spPr>
          <a:xfrm>
            <a:off x="3150850" y="3377304"/>
            <a:ext cx="461188" cy="461188"/>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dirty="0">
                <a:latin typeface="Hiragino Kaku Gothic Pro W3" panose="020B0300000000000000" pitchFamily="34" charset="-128"/>
                <a:ea typeface="Hiragino Kaku Gothic Pro W3" panose="020B0300000000000000" pitchFamily="34" charset="-128"/>
              </a:rPr>
              <a:t>3</a:t>
            </a:r>
          </a:p>
        </p:txBody>
      </p:sp>
      <p:sp>
        <p:nvSpPr>
          <p:cNvPr id="53" name="Rectangle 52">
            <a:extLst>
              <a:ext uri="{FF2B5EF4-FFF2-40B4-BE49-F238E27FC236}">
                <a16:creationId xmlns:a16="http://schemas.microsoft.com/office/drawing/2014/main" id="{023AF74E-2CB9-DB4C-9AD2-5EF9BFACD085}"/>
              </a:ext>
            </a:extLst>
          </p:cNvPr>
          <p:cNvSpPr/>
          <p:nvPr/>
        </p:nvSpPr>
        <p:spPr>
          <a:xfrm>
            <a:off x="3717677" y="3377304"/>
            <a:ext cx="5057763" cy="461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54" name="Rectangle 53">
            <a:extLst>
              <a:ext uri="{FF2B5EF4-FFF2-40B4-BE49-F238E27FC236}">
                <a16:creationId xmlns:a16="http://schemas.microsoft.com/office/drawing/2014/main" id="{8D36706F-036E-7943-B00E-9BD75FB49D51}"/>
              </a:ext>
            </a:extLst>
          </p:cNvPr>
          <p:cNvSpPr/>
          <p:nvPr/>
        </p:nvSpPr>
        <p:spPr>
          <a:xfrm>
            <a:off x="3150850" y="4181899"/>
            <a:ext cx="461188" cy="461188"/>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dirty="0">
                <a:latin typeface="Hiragino Kaku Gothic Pro W3" panose="020B0300000000000000" pitchFamily="34" charset="-128"/>
                <a:ea typeface="Hiragino Kaku Gothic Pro W3" panose="020B0300000000000000" pitchFamily="34" charset="-128"/>
              </a:rPr>
              <a:t>4</a:t>
            </a:r>
          </a:p>
        </p:txBody>
      </p:sp>
      <p:sp>
        <p:nvSpPr>
          <p:cNvPr id="55" name="Rectangle 54">
            <a:extLst>
              <a:ext uri="{FF2B5EF4-FFF2-40B4-BE49-F238E27FC236}">
                <a16:creationId xmlns:a16="http://schemas.microsoft.com/office/drawing/2014/main" id="{66BAB761-7FDC-5C4F-98F8-1A55CFE1F866}"/>
              </a:ext>
            </a:extLst>
          </p:cNvPr>
          <p:cNvSpPr/>
          <p:nvPr/>
        </p:nvSpPr>
        <p:spPr>
          <a:xfrm>
            <a:off x="3717677" y="4181899"/>
            <a:ext cx="5057763" cy="461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sp>
        <p:nvSpPr>
          <p:cNvPr id="56" name="Rectangle 55">
            <a:extLst>
              <a:ext uri="{FF2B5EF4-FFF2-40B4-BE49-F238E27FC236}">
                <a16:creationId xmlns:a16="http://schemas.microsoft.com/office/drawing/2014/main" id="{182CF56D-2E37-FE40-B3B9-7A22C66A2F43}"/>
              </a:ext>
            </a:extLst>
          </p:cNvPr>
          <p:cNvSpPr/>
          <p:nvPr/>
        </p:nvSpPr>
        <p:spPr>
          <a:xfrm>
            <a:off x="3150762" y="4986494"/>
            <a:ext cx="461188" cy="461188"/>
          </a:xfrm>
          <a:prstGeom prst="rect">
            <a:avLst/>
          </a:prstGeom>
          <a:solidFill>
            <a:schemeClr val="tx2"/>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dirty="0">
                <a:latin typeface="Hiragino Kaku Gothic Pro W3" panose="020B0300000000000000" pitchFamily="34" charset="-128"/>
                <a:ea typeface="Hiragino Kaku Gothic Pro W3" panose="020B0300000000000000" pitchFamily="34" charset="-128"/>
              </a:rPr>
              <a:t>5</a:t>
            </a:r>
          </a:p>
        </p:txBody>
      </p:sp>
      <p:sp>
        <p:nvSpPr>
          <p:cNvPr id="57" name="Rectangle 56">
            <a:extLst>
              <a:ext uri="{FF2B5EF4-FFF2-40B4-BE49-F238E27FC236}">
                <a16:creationId xmlns:a16="http://schemas.microsoft.com/office/drawing/2014/main" id="{35C94697-44E0-014E-BF48-A0F3D6561ECC}"/>
              </a:ext>
            </a:extLst>
          </p:cNvPr>
          <p:cNvSpPr/>
          <p:nvPr/>
        </p:nvSpPr>
        <p:spPr>
          <a:xfrm>
            <a:off x="3717589" y="4986494"/>
            <a:ext cx="5057763" cy="461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JP" sz="1600" b="1" dirty="0">
                <a:solidFill>
                  <a:schemeClr val="tx1"/>
                </a:solidFill>
                <a:latin typeface="Hiragino Kaku Gothic Pro W3" panose="020B0300000000000000" pitchFamily="34" charset="-128"/>
                <a:ea typeface="Hiragino Kaku Gothic Pro W3" panose="020B0300000000000000" pitchFamily="34" charset="-128"/>
              </a:rPr>
              <a:t>あああ</a:t>
            </a:r>
          </a:p>
        </p:txBody>
      </p:sp>
    </p:spTree>
    <p:extLst>
      <p:ext uri="{BB962C8B-B14F-4D97-AF65-F5344CB8AC3E}">
        <p14:creationId xmlns:p14="http://schemas.microsoft.com/office/powerpoint/2010/main" val="2634266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E0C4A-B457-154F-80FE-C1CE8BC7B7B3}"/>
              </a:ext>
            </a:extLst>
          </p:cNvPr>
          <p:cNvSpPr>
            <a:spLocks noGrp="1"/>
          </p:cNvSpPr>
          <p:nvPr>
            <p:ph type="title"/>
          </p:nvPr>
        </p:nvSpPr>
        <p:spPr/>
        <p:txBody>
          <a:bodyPr/>
          <a:lstStyle/>
          <a:p>
            <a:r>
              <a:rPr lang="en-JP" dirty="0"/>
              <a:t>1. 章タイトル</a:t>
            </a:r>
          </a:p>
        </p:txBody>
      </p:sp>
    </p:spTree>
    <p:extLst>
      <p:ext uri="{BB962C8B-B14F-4D97-AF65-F5344CB8AC3E}">
        <p14:creationId xmlns:p14="http://schemas.microsoft.com/office/powerpoint/2010/main" val="2521838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E925-9E89-524B-9980-16CCDC713828}"/>
              </a:ext>
            </a:extLst>
          </p:cNvPr>
          <p:cNvSpPr>
            <a:spLocks noGrp="1"/>
          </p:cNvSpPr>
          <p:nvPr>
            <p:ph type="title"/>
          </p:nvPr>
        </p:nvSpPr>
        <p:spPr/>
        <p:txBody>
          <a:bodyPr/>
          <a:lstStyle/>
          <a:p>
            <a:endParaRPr lang="en-JP"/>
          </a:p>
        </p:txBody>
      </p:sp>
      <p:sp>
        <p:nvSpPr>
          <p:cNvPr id="3" name="Slide Number Placeholder 2">
            <a:extLst>
              <a:ext uri="{FF2B5EF4-FFF2-40B4-BE49-F238E27FC236}">
                <a16:creationId xmlns:a16="http://schemas.microsoft.com/office/drawing/2014/main" id="{9B758560-F1C3-9F45-8132-A98084663795}"/>
              </a:ext>
            </a:extLst>
          </p:cNvPr>
          <p:cNvSpPr>
            <a:spLocks noGrp="1"/>
          </p:cNvSpPr>
          <p:nvPr>
            <p:ph type="sldNum" sz="quarter" idx="12"/>
          </p:nvPr>
        </p:nvSpPr>
        <p:spPr/>
        <p:txBody>
          <a:bodyPr/>
          <a:lstStyle/>
          <a:p>
            <a:fld id="{058787AB-E1A2-484A-B1EE-C464BE587430}" type="slidenum">
              <a:rPr lang="en-US" smtClean="0"/>
              <a:pPr/>
              <a:t>6</a:t>
            </a:fld>
            <a:endParaRPr lang="en-US" dirty="0"/>
          </a:p>
        </p:txBody>
      </p:sp>
      <p:sp>
        <p:nvSpPr>
          <p:cNvPr id="4" name="Content Placeholder 3">
            <a:extLst>
              <a:ext uri="{FF2B5EF4-FFF2-40B4-BE49-F238E27FC236}">
                <a16:creationId xmlns:a16="http://schemas.microsoft.com/office/drawing/2014/main" id="{94D8F763-3504-B948-842F-2FCB886003AF}"/>
              </a:ext>
            </a:extLst>
          </p:cNvPr>
          <p:cNvSpPr>
            <a:spLocks noGrp="1"/>
          </p:cNvSpPr>
          <p:nvPr>
            <p:ph idx="1"/>
          </p:nvPr>
        </p:nvSpPr>
        <p:spPr/>
        <p:txBody>
          <a:bodyPr/>
          <a:lstStyle/>
          <a:p>
            <a:endParaRPr lang="en-JP" dirty="0"/>
          </a:p>
        </p:txBody>
      </p:sp>
      <p:sp>
        <p:nvSpPr>
          <p:cNvPr id="5" name="Rectangle 4">
            <a:extLst>
              <a:ext uri="{FF2B5EF4-FFF2-40B4-BE49-F238E27FC236}">
                <a16:creationId xmlns:a16="http://schemas.microsoft.com/office/drawing/2014/main" id="{766863C8-0168-B24C-8A97-55F374BB37F8}"/>
              </a:ext>
            </a:extLst>
          </p:cNvPr>
          <p:cNvSpPr/>
          <p:nvPr/>
        </p:nvSpPr>
        <p:spPr>
          <a:xfrm>
            <a:off x="191569" y="6504032"/>
            <a:ext cx="3060915" cy="3038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JP" sz="1050" dirty="0">
                <a:solidFill>
                  <a:schemeClr val="tx1"/>
                </a:solidFill>
                <a:latin typeface="Hiragino Kaku Gothic Pro W3" panose="020B0300000000000000" pitchFamily="34" charset="-128"/>
                <a:ea typeface="Hiragino Kaku Gothic Pro W3" panose="020B0300000000000000" pitchFamily="34" charset="-128"/>
              </a:rPr>
              <a:t>出典）あああ</a:t>
            </a:r>
          </a:p>
        </p:txBody>
      </p:sp>
    </p:spTree>
    <p:extLst>
      <p:ext uri="{BB962C8B-B14F-4D97-AF65-F5344CB8AC3E}">
        <p14:creationId xmlns:p14="http://schemas.microsoft.com/office/powerpoint/2010/main" val="239769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8616-0067-4647-956F-709B7B142166}"/>
              </a:ext>
            </a:extLst>
          </p:cNvPr>
          <p:cNvSpPr>
            <a:spLocks noGrp="1"/>
          </p:cNvSpPr>
          <p:nvPr>
            <p:ph type="title"/>
          </p:nvPr>
        </p:nvSpPr>
        <p:spPr/>
        <p:txBody>
          <a:bodyPr/>
          <a:lstStyle/>
          <a:p>
            <a:endParaRPr lang="en-JP"/>
          </a:p>
        </p:txBody>
      </p:sp>
      <p:sp>
        <p:nvSpPr>
          <p:cNvPr id="3" name="Slide Number Placeholder 2">
            <a:extLst>
              <a:ext uri="{FF2B5EF4-FFF2-40B4-BE49-F238E27FC236}">
                <a16:creationId xmlns:a16="http://schemas.microsoft.com/office/drawing/2014/main" id="{F2F42F26-4924-9B41-8E1D-21DE4071DFC1}"/>
              </a:ext>
            </a:extLst>
          </p:cNvPr>
          <p:cNvSpPr>
            <a:spLocks noGrp="1"/>
          </p:cNvSpPr>
          <p:nvPr>
            <p:ph type="sldNum" sz="quarter" idx="12"/>
          </p:nvPr>
        </p:nvSpPr>
        <p:spPr/>
        <p:txBody>
          <a:bodyPr/>
          <a:lstStyle/>
          <a:p>
            <a:fld id="{058787AB-E1A2-484A-B1EE-C464BE587430}" type="slidenum">
              <a:rPr lang="en-US" smtClean="0"/>
              <a:pPr/>
              <a:t>7</a:t>
            </a:fld>
            <a:endParaRPr lang="en-US" dirty="0"/>
          </a:p>
        </p:txBody>
      </p:sp>
      <p:sp>
        <p:nvSpPr>
          <p:cNvPr id="5" name="Rectangle 4">
            <a:extLst>
              <a:ext uri="{FF2B5EF4-FFF2-40B4-BE49-F238E27FC236}">
                <a16:creationId xmlns:a16="http://schemas.microsoft.com/office/drawing/2014/main" id="{C4B2F0E9-2C45-B64E-A19A-98CBFA06AC50}"/>
              </a:ext>
            </a:extLst>
          </p:cNvPr>
          <p:cNvSpPr/>
          <p:nvPr/>
        </p:nvSpPr>
        <p:spPr>
          <a:xfrm>
            <a:off x="191569" y="6504032"/>
            <a:ext cx="3060915" cy="3038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JP" sz="1050" dirty="0">
                <a:solidFill>
                  <a:schemeClr val="tx1"/>
                </a:solidFill>
                <a:latin typeface="Hiragino Kaku Gothic Pro W3" panose="020B0300000000000000" pitchFamily="34" charset="-128"/>
                <a:ea typeface="Hiragino Kaku Gothic Pro W3" panose="020B0300000000000000" pitchFamily="34" charset="-128"/>
              </a:rPr>
              <a:t>出典）あああ</a:t>
            </a:r>
          </a:p>
        </p:txBody>
      </p:sp>
    </p:spTree>
    <p:extLst>
      <p:ext uri="{BB962C8B-B14F-4D97-AF65-F5344CB8AC3E}">
        <p14:creationId xmlns:p14="http://schemas.microsoft.com/office/powerpoint/2010/main" val="1690070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26DD8-59BE-4F4A-A382-AB23FBF56F84}"/>
              </a:ext>
            </a:extLst>
          </p:cNvPr>
          <p:cNvSpPr>
            <a:spLocks noGrp="1"/>
          </p:cNvSpPr>
          <p:nvPr>
            <p:ph type="sldNum" sz="quarter" idx="11"/>
          </p:nvPr>
        </p:nvSpPr>
        <p:spPr/>
        <p:txBody>
          <a:bodyPr/>
          <a:lstStyle/>
          <a:p>
            <a:fld id="{058787AB-E1A2-484A-B1EE-C464BE587430}" type="slidenum">
              <a:rPr lang="en-US" smtClean="0"/>
              <a:pPr/>
              <a:t>8</a:t>
            </a:fld>
            <a:endParaRPr lang="en-US" dirty="0"/>
          </a:p>
        </p:txBody>
      </p:sp>
      <p:sp>
        <p:nvSpPr>
          <p:cNvPr id="4" name="Rectangle 3">
            <a:extLst>
              <a:ext uri="{FF2B5EF4-FFF2-40B4-BE49-F238E27FC236}">
                <a16:creationId xmlns:a16="http://schemas.microsoft.com/office/drawing/2014/main" id="{AA732185-A0B9-A54D-BEE8-A157159F9E0C}"/>
              </a:ext>
            </a:extLst>
          </p:cNvPr>
          <p:cNvSpPr/>
          <p:nvPr/>
        </p:nvSpPr>
        <p:spPr>
          <a:xfrm>
            <a:off x="191569" y="6504032"/>
            <a:ext cx="3060915" cy="30389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JP" sz="1050" dirty="0">
                <a:solidFill>
                  <a:schemeClr val="tx1"/>
                </a:solidFill>
                <a:latin typeface="Hiragino Kaku Gothic Pro W3" panose="020B0300000000000000" pitchFamily="34" charset="-128"/>
                <a:ea typeface="Hiragino Kaku Gothic Pro W3" panose="020B0300000000000000" pitchFamily="34" charset="-128"/>
              </a:rPr>
              <a:t>出典）あああ</a:t>
            </a:r>
          </a:p>
        </p:txBody>
      </p:sp>
    </p:spTree>
    <p:extLst>
      <p:ext uri="{BB962C8B-B14F-4D97-AF65-F5344CB8AC3E}">
        <p14:creationId xmlns:p14="http://schemas.microsoft.com/office/powerpoint/2010/main" val="1178498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896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25944</TotalTime>
  <Words>175</Words>
  <Application>Microsoft Macintosh PowerPoint</Application>
  <PresentationFormat>Widescreen</PresentationFormat>
  <Paragraphs>77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Hiragino Kaku Gothic Pro W3</vt:lpstr>
      <vt:lpstr>Hiragino Kaku Gothic Pro W6</vt:lpstr>
      <vt:lpstr>Arial</vt:lpstr>
      <vt:lpstr>Calibri</vt:lpstr>
      <vt:lpstr>Office Theme</vt:lpstr>
      <vt:lpstr>PowerPoint Presentation</vt:lpstr>
      <vt:lpstr>素材集　※色やフォントの大きさは適当に変えてください</vt:lpstr>
      <vt:lpstr>PowerPoint Presentation</vt:lpstr>
      <vt:lpstr>Agenda</vt:lpstr>
      <vt:lpstr>1. 章タイトル</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YASUHIRO TAKEDA</dc:creator>
  <cp:lastModifiedBy>Yasuhiro Takeda</cp:lastModifiedBy>
  <cp:revision>918</cp:revision>
  <cp:lastPrinted>2017-10-21T02:01:34Z</cp:lastPrinted>
  <dcterms:created xsi:type="dcterms:W3CDTF">2017-04-18T03:57:32Z</dcterms:created>
  <dcterms:modified xsi:type="dcterms:W3CDTF">2021-09-14T04:30:37Z</dcterms:modified>
</cp:coreProperties>
</file>